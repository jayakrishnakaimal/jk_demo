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omments/modernComment_7FB47529_7C4EB3C0.xml" ContentType="application/vnd.ms-powerpoint.comments+xml"/>
  <Override PartName="/ppt/notesSlides/notesSlide1.xml" ContentType="application/vnd.openxmlformats-officedocument.presentationml.notesSlide+xml"/>
  <Override PartName="/ppt/comments/modernComment_7FB47579_426DD389.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6" r:id="rId1"/>
    <p:sldMasterId id="2147483962" r:id="rId2"/>
  </p:sldMasterIdLst>
  <p:notesMasterIdLst>
    <p:notesMasterId r:id="rId28"/>
  </p:notesMasterIdLst>
  <p:handoutMasterIdLst>
    <p:handoutMasterId r:id="rId29"/>
  </p:handoutMasterIdLst>
  <p:sldIdLst>
    <p:sldId id="2142532972" r:id="rId3"/>
    <p:sldId id="2142533006" r:id="rId4"/>
    <p:sldId id="2142532905" r:id="rId5"/>
    <p:sldId id="2142532965" r:id="rId6"/>
    <p:sldId id="2142533008" r:id="rId7"/>
    <p:sldId id="2142532973" r:id="rId8"/>
    <p:sldId id="2142532990" r:id="rId9"/>
    <p:sldId id="2142533012" r:id="rId10"/>
    <p:sldId id="2142532979" r:id="rId11"/>
    <p:sldId id="2142532980" r:id="rId12"/>
    <p:sldId id="2142532981" r:id="rId13"/>
    <p:sldId id="2142533013" r:id="rId14"/>
    <p:sldId id="2142532999" r:id="rId15"/>
    <p:sldId id="2142532984" r:id="rId16"/>
    <p:sldId id="2142532985" r:id="rId17"/>
    <p:sldId id="2142533009" r:id="rId18"/>
    <p:sldId id="2142533010" r:id="rId19"/>
    <p:sldId id="2142533011" r:id="rId20"/>
    <p:sldId id="2142532992" r:id="rId21"/>
    <p:sldId id="2142533000" r:id="rId22"/>
    <p:sldId id="2142533005" r:id="rId23"/>
    <p:sldId id="2142533004" r:id="rId24"/>
    <p:sldId id="2142533003" r:id="rId25"/>
    <p:sldId id="2142533001" r:id="rId26"/>
    <p:sldId id="2142532998" r:id="rId27"/>
  </p:sldIdLst>
  <p:sldSz cx="24387175" cy="13716000"/>
  <p:notesSz cx="6858000" cy="9144000"/>
  <p:embeddedFontLst>
    <p:embeddedFont>
      <p:font typeface="IBM Plex Sans" panose="020B0503050203000203" pitchFamily="34" charset="0"/>
      <p:regular r:id="rId30"/>
      <p:bold r:id="rId31"/>
      <p:italic r:id="rId32"/>
      <p:boldItalic r:id="rId33"/>
    </p:embeddedFont>
    <p:embeddedFont>
      <p:font typeface="IBM Plex Sans Light" panose="020B0403050203000203" pitchFamily="34" charset="0"/>
      <p:regular r:id="rId34"/>
      <p:italic r:id="rId35"/>
    </p:embeddedFont>
    <p:embeddedFont>
      <p:font typeface="IBM Plex Sans Medm" panose="020B0603050203000203" pitchFamily="34" charset="0"/>
      <p:regular r:id="rId36"/>
      <p:italic r:id="rId37"/>
    </p:embeddedFont>
    <p:embeddedFont>
      <p:font typeface="IBM Plex Sans SmBld" panose="020B0703050203000203" pitchFamily="34" charset="0"/>
      <p:regular r:id="rId38"/>
      <p:bold r:id="rId39"/>
      <p:italic r:id="rId40"/>
      <p:boldItalic r:id="rId41"/>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CBFD91D-9844-F0F1-C09E-903FB8D63DAC}" name="Jayakrishna Kaimal" initials="JK" userId="S::jayakrishna.kaimal@ibm.com::0bc701a2-d3c7-45e1-926a-d510084e89b4" providerId="AD"/>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7E7"/>
    <a:srgbClr val="EDF6FF"/>
    <a:srgbClr val="B87100"/>
    <a:srgbClr val="EEF6FF"/>
    <a:srgbClr val="ECF4FE"/>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4B843-1C21-699B-E133-D30198185553}" v="1" dt="2026-07-13T05:30:48.344"/>
    <p1510:client id="{CD7135A2-6C91-C642-A403-952DAEEC85E4}" v="106" dt="2026-07-13T09:32:14.352"/>
    <p1510:client id="{DBBD66B5-D69E-DF8D-1B91-4D3A683E23DB}" v="2" dt="2026-07-13T12:25:14.2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00"/>
    <p:restoredTop sz="94661"/>
  </p:normalViewPr>
  <p:slideViewPr>
    <p:cSldViewPr snapToGrid="0">
      <p:cViewPr varScale="1">
        <p:scale>
          <a:sx n="57" d="100"/>
          <a:sy n="57"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12.fntdata"/></Relationships>
</file>

<file path=ppt/comments/modernComment_7FB47529_7C4EB3C0.xml><?xml version="1.0" encoding="utf-8"?>
<p188:cmLst xmlns:a="http://schemas.openxmlformats.org/drawingml/2006/main" xmlns:r="http://schemas.openxmlformats.org/officeDocument/2006/relationships" xmlns:p188="http://schemas.microsoft.com/office/powerpoint/2018/8/main">
  <p188:cm id="{A6441B5D-1AE4-44B3-960B-551DE3644208}" authorId="{0CBFD91D-9844-F0F1-C09E-903FB8D63DAC}" created="2026-07-08T06:35:22.160">
    <pc:sldMkLst xmlns:pc="http://schemas.microsoft.com/office/powerpoint/2013/main/command">
      <pc:docMk/>
      <pc:sldMk cId="2085532608" sldId="2142532905"/>
    </pc:sldMkLst>
    <p188:txBody>
      <a:bodyPr/>
      <a:lstStyle/>
      <a:p>
        <a:r>
          <a:rPr lang="en-GB"/>
          <a:t>Remove description. Just logo is enough</a:t>
        </a:r>
      </a:p>
    </p188:txBody>
  </p188:cm>
</p188:cmLst>
</file>

<file path=ppt/comments/modernComment_7FB47579_426DD389.xml><?xml version="1.0" encoding="utf-8"?>
<p188:cmLst xmlns:a="http://schemas.openxmlformats.org/drawingml/2006/main" xmlns:r="http://schemas.openxmlformats.org/officeDocument/2006/relationships" xmlns:p188="http://schemas.microsoft.com/office/powerpoint/2018/8/main">
  <p188:cm id="{C157652C-2307-4F63-B2D0-551C742EA8D7}" authorId="{0CBFD91D-9844-F0F1-C09E-903FB8D63DAC}" created="2026-07-08T06:07:52.510">
    <pc:sldMkLst xmlns:pc="http://schemas.microsoft.com/office/powerpoint/2013/main/command">
      <pc:docMk/>
      <pc:sldMk cId="1114493833" sldId="2142532985"/>
    </pc:sldMkLst>
    <p188:replyLst>
      <p188:reply id="{D34081B1-938D-448E-9340-3E5D50EE4DC5}" authorId="{0CBFD91D-9844-F0F1-C09E-903FB8D63DAC}" created="2026-07-08T06:08:59.855">
        <p188:txBody>
          <a:bodyPr/>
          <a:lstStyle/>
          <a:p>
            <a:r>
              <a:rPr lang="en-GB"/>
              <a:t>or add a note that this is just a sample and we can show our concept last. </a:t>
            </a:r>
          </a:p>
        </p188:txBody>
      </p188:reply>
    </p188:replyLst>
    <p188:txBody>
      <a:bodyPr/>
      <a:lstStyle/>
      <a:p>
        <a:r>
          <a:rPr lang="en-GB"/>
          <a:t>[@Divine Antony] can we change this image..??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E6E7-E293-E5FC-08BA-B96EFF6DE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085B2-A61E-58F6-041D-7B495AA73D68}"/>
              </a:ext>
            </a:extLst>
          </p:cNvPr>
          <p:cNvSpPr>
            <a:spLocks noGrp="1" noRot="1" noChangeAspect="1"/>
          </p:cNvSpPr>
          <p:nvPr>
            <p:ph type="sldImg"/>
          </p:nvPr>
        </p:nvSpPr>
        <p:spPr>
          <a:xfrm>
            <a:off x="206375" y="228600"/>
            <a:ext cx="6419850" cy="3611563"/>
          </a:xfrm>
        </p:spPr>
        <p:txBody>
          <a:bodyPr/>
          <a:lstStyle/>
          <a:p>
            <a:endParaRPr lang="en-US"/>
          </a:p>
        </p:txBody>
      </p:sp>
      <p:sp>
        <p:nvSpPr>
          <p:cNvPr id="3" name="Notes Placeholder 2">
            <a:extLst>
              <a:ext uri="{FF2B5EF4-FFF2-40B4-BE49-F238E27FC236}">
                <a16:creationId xmlns:a16="http://schemas.microsoft.com/office/drawing/2014/main" id="{E80BF332-70FD-D533-7C33-7DD4C36A69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C77F2D-8A78-ED83-43E7-FB986F377CFD}"/>
              </a:ext>
            </a:extLst>
          </p:cNvPr>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Footer Placeholder 4">
            <a:extLst>
              <a:ext uri="{FF2B5EF4-FFF2-40B4-BE49-F238E27FC236}">
                <a16:creationId xmlns:a16="http://schemas.microsoft.com/office/drawing/2014/main" id="{07DC8F10-C54D-C85A-F810-421C220F9F0F}"/>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p>
        </p:txBody>
      </p:sp>
    </p:spTree>
    <p:extLst>
      <p:ext uri="{BB962C8B-B14F-4D97-AF65-F5344CB8AC3E}">
        <p14:creationId xmlns:p14="http://schemas.microsoft.com/office/powerpoint/2010/main" val="34756155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310925103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91204745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166791504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332553757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155777727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GB"/>
              <a:t>Click to edit Master title style</a:t>
            </a:r>
            <a:endParaRPr lang="en-US"/>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85877575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99070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5114320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638219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664271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GB"/>
              <a:t>Click to edit Master text styles</a:t>
            </a:r>
          </a:p>
        </p:txBody>
      </p:sp>
    </p:spTree>
    <p:extLst>
      <p:ext uri="{BB962C8B-B14F-4D97-AF65-F5344CB8AC3E}">
        <p14:creationId xmlns:p14="http://schemas.microsoft.com/office/powerpoint/2010/main" val="81182117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50452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1304310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0618137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0866497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444764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24380097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28157342"/>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324140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2264002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700576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6228344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93582793"/>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58030830"/>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06398097"/>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6017871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8429658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75623280"/>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132121633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2624500280"/>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96691032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916756298"/>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3203226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29634222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60689421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26109732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85439321"/>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2399309282"/>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46384406"/>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532115673"/>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3254900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GB"/>
              <a:t>Click icon to add table</a:t>
            </a:r>
            <a:endParaRPr lang="en-US"/>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16118030"/>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3816888000"/>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4944782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96227456"/>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9243873"/>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1189141"/>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1864421379"/>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1"/>
            <a:ext cx="24387175" cy="12195175"/>
          </a:xfrm>
          <a:solidFill>
            <a:srgbClr val="E0E0E0"/>
          </a:solidFill>
        </p:spPr>
        <p:txBody>
          <a:bodyPr anchor="ctr"/>
          <a:lstStyle>
            <a:lvl1pPr algn="ctr">
              <a:defRPr>
                <a:solidFill>
                  <a:schemeClr val="accent5"/>
                </a:solidFill>
              </a:defRPr>
            </a:lvl1pPr>
          </a:lstStyle>
          <a:p>
            <a:r>
              <a:rPr lang="en-US"/>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4196795180"/>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2400">
                <a:solidFill>
                  <a:schemeClr val="tx1"/>
                </a:solidFill>
              </a:defRPr>
            </a:lvl1pPr>
            <a:lvl2pPr marL="256032" indent="-256032">
              <a:lnSpc>
                <a:spcPct val="110000"/>
              </a:lnSpc>
              <a:spcBef>
                <a:spcPts val="0"/>
              </a:spcBef>
              <a:defRPr sz="2400">
                <a:solidFill>
                  <a:schemeClr val="tx1"/>
                </a:solidFill>
              </a:defRPr>
            </a:lvl2pPr>
            <a:lvl3pPr marL="512064" indent="-256032">
              <a:lnSpc>
                <a:spcPct val="110000"/>
              </a:lnSpc>
              <a:spcBef>
                <a:spcPts val="0"/>
              </a:spcBef>
              <a:defRPr sz="2400">
                <a:solidFill>
                  <a:schemeClr val="tx1"/>
                </a:solidFill>
              </a:defRPr>
            </a:lvl3pPr>
            <a:lvl4pPr marL="768096" indent="-256032">
              <a:lnSpc>
                <a:spcPct val="110000"/>
              </a:lnSpc>
              <a:spcBef>
                <a:spcPts val="0"/>
              </a:spcBef>
              <a:defRPr sz="24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311151"/>
            <a:ext cx="10101072" cy="7308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GB"/>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311150"/>
            <a:ext cx="10101072" cy="10356850"/>
          </a:xfrm>
        </p:spPr>
        <p:txBody>
          <a:bodyPr/>
          <a:lstStyle>
            <a:lvl1pPr>
              <a:lnSpc>
                <a:spcPct val="100000"/>
              </a:lnSpc>
              <a:defRPr sz="84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GB"/>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GB"/>
              <a:t>Click to edit Master title style</a:t>
            </a:r>
            <a:endParaRPr lang="en-US"/>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4942078" cy="4210050"/>
          </a:xfrm>
        </p:spPr>
        <p:txBody>
          <a:bodyPr/>
          <a:lstStyle>
            <a:lvl1pPr>
              <a:lnSpc>
                <a:spcPct val="100000"/>
              </a:lnSpc>
              <a:defRPr sz="6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11036491" cy="2663825"/>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309600"/>
            <a:ext cx="17141825" cy="8832850"/>
          </a:xfrm>
        </p:spPr>
        <p:txBody>
          <a:bodyPr/>
          <a:lstStyle>
            <a:lvl1pPr>
              <a:defRPr sz="16800" b="0" i="0">
                <a:solidFill>
                  <a:schemeClr val="tx2"/>
                </a:solidFill>
                <a:latin typeface="IBM Plex Sans ExtLt" panose="020B0303050203000203" pitchFamily="34" charset="0"/>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384048"/>
            <a:ext cx="9909175" cy="4209670"/>
          </a:xfrm>
        </p:spPr>
        <p:txBody>
          <a:bodyPr/>
          <a:lstStyle>
            <a:lvl1pPr>
              <a:lnSpc>
                <a:spcPct val="100000"/>
              </a:lnSpc>
              <a:defRPr sz="6800">
                <a:solidFill>
                  <a:schemeClr val="tx2"/>
                </a:solidFill>
              </a:defRPr>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384048"/>
            <a:ext cx="11042073" cy="8778494"/>
          </a:xfrm>
        </p:spPr>
        <p:txBody>
          <a:bodyPr/>
          <a:lstStyle>
            <a:lvl1pPr>
              <a:lnSpc>
                <a:spcPct val="100000"/>
              </a:lnSpc>
              <a:spcBef>
                <a:spcPts val="0"/>
              </a:spcBef>
              <a:defRPr sz="6800">
                <a:solidFill>
                  <a:schemeClr val="tx2"/>
                </a:solidFill>
              </a:defRPr>
            </a:lvl1pPr>
            <a:lvl2pPr marL="585216" indent="-585216">
              <a:lnSpc>
                <a:spcPct val="100000"/>
              </a:lnSpc>
              <a:spcBef>
                <a:spcPts val="0"/>
              </a:spcBef>
              <a:defRPr sz="6800">
                <a:solidFill>
                  <a:schemeClr val="tx2"/>
                </a:solidFill>
              </a:defRPr>
            </a:lvl2pPr>
            <a:lvl3pPr marL="1097280" indent="-585216">
              <a:lnSpc>
                <a:spcPct val="100000"/>
              </a:lnSpc>
              <a:spcBef>
                <a:spcPts val="0"/>
              </a:spcBef>
              <a:defRPr sz="6800">
                <a:solidFill>
                  <a:schemeClr val="tx2"/>
                </a:solidFill>
              </a:defRPr>
            </a:lvl3pPr>
            <a:lvl4pPr marL="1755648">
              <a:lnSpc>
                <a:spcPct val="100000"/>
              </a:lnSpc>
              <a:spcBef>
                <a:spcPts val="0"/>
              </a:spcBef>
              <a:defRPr sz="6800">
                <a:solidFill>
                  <a:schemeClr val="tx2"/>
                </a:solidFill>
              </a:defRPr>
            </a:lvl4pPr>
            <a:lvl5pPr>
              <a:lnSpc>
                <a:spcPct val="100000"/>
              </a:lnSpc>
              <a:spcBef>
                <a:spcPts val="0"/>
              </a:spcBef>
              <a:defRPr sz="6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309600"/>
            <a:ext cx="14649450" cy="10356265"/>
          </a:xfrm>
        </p:spPr>
        <p:txBody>
          <a:bodyPr/>
          <a:lstStyle>
            <a:lvl1pPr>
              <a:lnSpc>
                <a:spcPct val="100000"/>
              </a:lnSpc>
              <a:defRPr sz="8400"/>
            </a:lvl1pPr>
          </a:lstStyle>
          <a:p>
            <a:pPr lvl="0"/>
            <a:r>
              <a:rPr lang="en-GB"/>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0000" cy="7043928"/>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ExtLt" panose="020B0303050203000203" pitchFamily="34" charset="0"/>
              </a:defRPr>
            </a:lvl1pPr>
          </a:lstStyle>
          <a:p>
            <a:r>
              <a:rPr lang="en-US"/>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p:spPr>
        <p:txBody>
          <a:bodyPr/>
          <a:lstStyle>
            <a:lvl1pPr>
              <a:lnSpc>
                <a:spcPct val="90000"/>
              </a:lnSpc>
              <a:defRPr sz="13200">
                <a:solidFill>
                  <a:schemeClr val="accent1"/>
                </a:solidFill>
              </a:defRPr>
            </a:lvl1pPr>
            <a:lvl2pPr marL="0" indent="0">
              <a:buNone/>
              <a:defRPr/>
            </a:lvl2pPr>
          </a:lstStyle>
          <a:p>
            <a:pPr lvl="0"/>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385200"/>
            <a:ext cx="4949825" cy="1906588"/>
          </a:xfrm>
        </p:spPr>
        <p:txBody>
          <a:bodyPr/>
          <a:lstStyle>
            <a:lvl1pPr>
              <a:lnSpc>
                <a:spcPct val="90000"/>
              </a:lnSpc>
              <a:defRPr sz="13200">
                <a:solidFill>
                  <a:schemeClr val="accent1"/>
                </a:solidFill>
              </a:defRPr>
            </a:lvl1pPr>
          </a:lstStyle>
          <a:p>
            <a:pPr lvl="0"/>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334654"/>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p:spPr>
        <p:txBody>
          <a:bodyPr/>
          <a:lstStyle>
            <a:lvl1pPr>
              <a:lnSpc>
                <a:spcPct val="90000"/>
              </a:lnSpc>
              <a:defRPr sz="13200">
                <a:solidFill>
                  <a:schemeClr val="accent1"/>
                </a:solidFill>
              </a:defRPr>
            </a:lvl1pPr>
          </a:lstStyle>
          <a:p>
            <a:pPr lvl="0"/>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86210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594475"/>
            <a:ext cx="11045952" cy="5340096"/>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309600"/>
            <a:ext cx="4949825" cy="5335586"/>
          </a:xfrm>
        </p:spPr>
        <p:txBody>
          <a:bodyPr/>
          <a:lstStyle>
            <a:lvl1pPr>
              <a:lnSpc>
                <a:spcPct val="100000"/>
              </a:lnSpc>
              <a:defRPr sz="8400">
                <a:solidFill>
                  <a:schemeClr val="accent1"/>
                </a:solidFill>
              </a:defRPr>
            </a:lvl1pPr>
          </a:lstStyle>
          <a:p>
            <a:r>
              <a:rPr lang="en-US"/>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09600"/>
            <a:ext cx="11049000" cy="5335587"/>
          </a:xfrm>
        </p:spPr>
        <p:txBody>
          <a:bodyPr/>
          <a:lstStyle>
            <a:lvl1pPr>
              <a:lnSpc>
                <a:spcPct val="100000"/>
              </a:lnSpc>
              <a:spcBef>
                <a:spcPts val="0"/>
              </a:spcBef>
              <a:defRPr sz="8400">
                <a:solidFill>
                  <a:schemeClr val="tx1"/>
                </a:solidFill>
              </a:defRPr>
            </a:lvl1pPr>
            <a:lvl2pPr marL="786384" indent="-786384">
              <a:lnSpc>
                <a:spcPct val="100000"/>
              </a:lnSpc>
              <a:spcBef>
                <a:spcPts val="0"/>
              </a:spcBef>
              <a:defRPr sz="8400">
                <a:solidFill>
                  <a:schemeClr val="tx1"/>
                </a:solidFill>
              </a:defRPr>
            </a:lvl2pPr>
            <a:lvl3pPr marL="1499616" indent="-786384">
              <a:lnSpc>
                <a:spcPct val="100000"/>
              </a:lnSpc>
              <a:spcBef>
                <a:spcPts val="0"/>
              </a:spcBef>
              <a:defRPr sz="8400">
                <a:solidFill>
                  <a:schemeClr val="tx1"/>
                </a:solidFill>
              </a:defRPr>
            </a:lvl3pPr>
            <a:lvl4pPr marL="2286000" indent="-786384">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7850" y="6097732"/>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6594475"/>
            <a:ext cx="4946904" cy="534009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4048"/>
            <a:ext cx="4951413" cy="2859087"/>
          </a:xfrm>
        </p:spPr>
        <p:txBody>
          <a:bodyPr/>
          <a:lstStyle>
            <a:lvl1pPr>
              <a:lnSpc>
                <a:spcPct val="90000"/>
              </a:lnSpc>
              <a:defRPr sz="13200">
                <a:solidFill>
                  <a:schemeClr val="accent1"/>
                </a:solidFill>
              </a:defRPr>
            </a:lvl1pPr>
            <a:lvl2pPr marL="0" indent="0">
              <a:buNone/>
              <a:defRPr/>
            </a:lvl2pPr>
          </a:lstStyle>
          <a:p>
            <a:r>
              <a:rPr lang="en-US"/>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2897"/>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957821"/>
            <a:ext cx="4951413" cy="2857506"/>
          </a:xfrm>
        </p:spPr>
        <p:txBody>
          <a:bodyPr/>
          <a:lstStyle>
            <a:lvl1pPr>
              <a:lnSpc>
                <a:spcPct val="90000"/>
              </a:lnSpc>
              <a:defRPr sz="13200">
                <a:solidFill>
                  <a:schemeClr val="accent1"/>
                </a:solidFill>
              </a:defRPr>
            </a:lvl1pPr>
          </a:lstStyle>
          <a:p>
            <a:r>
              <a:rPr lang="en-US"/>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526645"/>
            <a:ext cx="4951411" cy="2668530"/>
          </a:xfrm>
        </p:spPr>
        <p:txBody>
          <a:bodyPr/>
          <a:lstStyle>
            <a:lvl1pPr>
              <a:lnSpc>
                <a:spcPct val="90000"/>
              </a:lnSpc>
              <a:defRPr sz="13200">
                <a:solidFill>
                  <a:schemeClr val="accent1"/>
                </a:solidFill>
              </a:defRPr>
            </a:lvl1pPr>
          </a:lstStyle>
          <a:p>
            <a:r>
              <a:rPr lang="en-US"/>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7999"/>
            <a:ext cx="4951413" cy="9156701"/>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8000"/>
            <a:ext cx="495300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8000"/>
            <a:ext cx="4959350" cy="91567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3600">
                <a:solidFill>
                  <a:schemeClr val="tx1"/>
                </a:solidFill>
              </a:defRPr>
            </a:lvl1pPr>
          </a:lstStyle>
          <a:p>
            <a:pPr lvl="0"/>
            <a:r>
              <a:rPr lang="en-GB"/>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2078" cy="3117978"/>
          </a:xfrm>
        </p:spPr>
        <p:txBody>
          <a:bodyPr/>
          <a:lstStyle>
            <a:lvl1pPr>
              <a:lnSpc>
                <a:spcPct val="100000"/>
              </a:lnSpc>
              <a:defRPr sz="6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384048"/>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384048"/>
            <a:ext cx="11036491" cy="4210177"/>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10000"/>
              </a:lnSpc>
              <a:defRPr sz="3600">
                <a:solidFill>
                  <a:schemeClr val="tx2"/>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384048"/>
            <a:ext cx="11039476" cy="4210176"/>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4"/>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10000"/>
              </a:lnSpc>
              <a:defRPr sz="2800">
                <a:solidFill>
                  <a:schemeClr val="tx2"/>
                </a:solidFill>
              </a:defRPr>
            </a:lvl1pPr>
          </a:lstStyle>
          <a:p>
            <a:r>
              <a:rPr lang="en-GB"/>
              <a:t>Click to edit Master title style</a:t>
            </a:r>
            <a:endParaRPr lang="en-US"/>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384048"/>
            <a:ext cx="4949825" cy="4210177"/>
          </a:xfrm>
        </p:spPr>
        <p:txBody>
          <a:bodyPr/>
          <a:lstStyle>
            <a:lvl1pPr>
              <a:lnSpc>
                <a:spcPct val="100000"/>
              </a:lnSpc>
              <a:defRPr sz="6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GB"/>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402336" indent="-402336">
              <a:lnSpc>
                <a:spcPct val="100000"/>
              </a:lnSpc>
              <a:spcBef>
                <a:spcPts val="0"/>
              </a:spcBef>
              <a:defRPr sz="4200">
                <a:solidFill>
                  <a:schemeClr val="tx1"/>
                </a:solidFill>
              </a:defRPr>
            </a:lvl2pPr>
            <a:lvl3pPr marL="804672" indent="-402336">
              <a:lnSpc>
                <a:spcPct val="100000"/>
              </a:lnSpc>
              <a:spcBef>
                <a:spcPts val="0"/>
              </a:spcBef>
              <a:defRPr sz="4200">
                <a:solidFill>
                  <a:schemeClr val="tx1"/>
                </a:solidFill>
              </a:defRPr>
            </a:lvl3pPr>
            <a:lvl4pPr marL="1115568" indent="-402336">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10000"/>
              </a:lnSpc>
              <a:defRPr sz="3600">
                <a:solidFill>
                  <a:schemeClr val="tx2"/>
                </a:solidFill>
              </a:defRPr>
            </a:lvl1pPr>
          </a:lstStyle>
          <a:p>
            <a:r>
              <a:rPr lang="en-GB"/>
              <a:t>Click to edit Master title style</a:t>
            </a:r>
            <a:endParaRPr lang="en-US"/>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defRPr sz="2800">
                <a:solidFill>
                  <a:schemeClr val="tx2"/>
                </a:solidFill>
              </a:defRPr>
            </a:lvl1pPr>
          </a:lstStyle>
          <a:p>
            <a:pPr lvl="0"/>
            <a:r>
              <a:rPr lang="en-GB"/>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10000"/>
              </a:lnSpc>
              <a:defRPr sz="6800">
                <a:solidFill>
                  <a:schemeClr val="tx2"/>
                </a:solidFill>
              </a:defRPr>
            </a:lvl1pPr>
          </a:lstStyle>
          <a:p>
            <a:r>
              <a:rPr lang="en-GB"/>
              <a:t>Click to edit Master title style</a:t>
            </a:r>
            <a:endParaRPr lang="en-US"/>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defRPr sz="2800">
                <a:solidFill>
                  <a:schemeClr val="tx2"/>
                </a:solidFill>
              </a:defRPr>
            </a:lvl1pPr>
          </a:lstStyle>
          <a:p>
            <a:pPr lvl="0"/>
            <a:r>
              <a:rPr lang="en-GB"/>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384048"/>
            <a:ext cx="11036994" cy="4210177"/>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384048"/>
            <a:ext cx="11039475" cy="3413126"/>
          </a:xfrm>
        </p:spPr>
        <p:txBody>
          <a:bodyPr rIns="457200"/>
          <a:lstStyle>
            <a:lvl1pPr>
              <a:lnSpc>
                <a:spcPct val="100000"/>
              </a:lnSpc>
              <a:defRPr sz="68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10000"/>
              </a:lnSpc>
              <a:defRPr sz="3600">
                <a:solidFill>
                  <a:schemeClr val="tx2"/>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10000"/>
              </a:lnSpc>
              <a:defRPr sz="2800">
                <a:solidFill>
                  <a:schemeClr val="tx2"/>
                </a:solidFill>
              </a:defRPr>
            </a:lvl1pPr>
          </a:lstStyle>
          <a:p>
            <a:r>
              <a:rPr lang="en-GB"/>
              <a:t>Click to edit Master title style</a:t>
            </a:r>
            <a:endParaRPr lang="en-US"/>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GB"/>
              <a:t>Click icon to add table</a:t>
            </a:r>
            <a:endParaRPr lang="en-US"/>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1527049"/>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panose="020B0503050203000203" pitchFamily="34" charset="0"/>
              </a:defRPr>
            </a:lvl1pPr>
            <a:lvl2pPr>
              <a:defRPr sz="1600"/>
            </a:lvl2pPr>
            <a:lvl3pPr>
              <a:defRPr sz="1600"/>
            </a:lvl3pPr>
            <a:lvl4pPr>
              <a:defRPr sz="1600"/>
            </a:lvl4pPr>
            <a:lvl5pPr>
              <a:defRPr sz="1600"/>
            </a:lvl5pPr>
          </a:lstStyle>
          <a:p>
            <a:pPr lvl="0"/>
            <a:r>
              <a:rPr lang="en-US"/>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hasCustomPrompt="1"/>
          </p:nvPr>
        </p:nvSpPr>
        <p:spPr>
          <a:xfrm>
            <a:off x="576000" y="3044825"/>
            <a:ext cx="4943475" cy="9150350"/>
          </a:xfrm>
        </p:spPr>
        <p:txBody>
          <a:bodyPr/>
          <a:lstStyle>
            <a:lvl1pPr>
              <a:defRPr sz="2800">
                <a:latin typeface="+mj-lt"/>
              </a:defRPr>
            </a:lvl1pPr>
            <a:lvl2pPr>
              <a:defRPr sz="2800">
                <a:latin typeface="+mj-lt"/>
              </a:defRPr>
            </a:lvl2pPr>
            <a:lvl3pPr>
              <a:defRPr sz="2800">
                <a:latin typeface="+mj-lt"/>
              </a:defRPr>
            </a:lvl3pPr>
            <a:lvl4pPr>
              <a:defRPr sz="2800">
                <a:latin typeface="+mj-lt"/>
              </a:defRPr>
            </a:lvl4pPr>
            <a:lvl5pPr>
              <a:defRPr sz="2800">
                <a:latin typeface="+mj-lt"/>
              </a:defRPr>
            </a:lvl5pPr>
          </a:lstStyle>
          <a:p>
            <a:pPr>
              <a:lnSpc>
                <a:spcPct val="110000"/>
              </a:lnSpc>
            </a:pPr>
            <a:r>
              <a:rPr lang="en-US" sz="2800">
                <a:latin typeface="IBM Plex Sans Light" panose="020B0403050203000203" pitchFamily="34" charset="0"/>
              </a:rPr>
              <a:t>Lorem ipsum dolor sit </a:t>
            </a:r>
            <a:r>
              <a:rPr lang="en-US" sz="2800" err="1">
                <a:latin typeface="IBM Plex Sans Light" panose="020B0403050203000203" pitchFamily="34" charset="0"/>
              </a:rPr>
              <a:t>amet</a:t>
            </a:r>
            <a:r>
              <a:rPr lang="en-US" sz="2800">
                <a:latin typeface="IBM Plex Sans Light" panose="020B0403050203000203" pitchFamily="34" charset="0"/>
              </a:rPr>
              <a:t> </a:t>
            </a:r>
            <a:r>
              <a:rPr lang="en-US" sz="2800" err="1">
                <a:latin typeface="IBM Plex Sans Light" panose="020B0403050203000203" pitchFamily="34" charset="0"/>
              </a:rPr>
              <a:t>donec</a:t>
            </a:r>
            <a:r>
              <a:rPr lang="en-US" sz="2800">
                <a:latin typeface="IBM Plex Sans Light" panose="020B0403050203000203" pitchFamily="34" charset="0"/>
              </a:rPr>
              <a:t> </a:t>
            </a:r>
            <a:r>
              <a:rPr lang="en-US" sz="2800" err="1">
                <a:latin typeface="IBM Plex Sans Light" panose="020B0403050203000203" pitchFamily="34" charset="0"/>
              </a:rPr>
              <a:t>quam</a:t>
            </a:r>
            <a:r>
              <a:rPr lang="en-US" sz="2800">
                <a:latin typeface="IBM Plex Sans Light" panose="020B0403050203000203" pitchFamily="34" charset="0"/>
              </a:rPr>
              <a:t> </a:t>
            </a:r>
            <a:r>
              <a:rPr lang="en-US" sz="2800" err="1">
                <a:latin typeface="IBM Plex Sans Light" panose="020B0403050203000203" pitchFamily="34" charset="0"/>
              </a:rPr>
              <a:t>felis</a:t>
            </a:r>
            <a:r>
              <a:rPr lang="en-US" sz="2800">
                <a:latin typeface="IBM Plex Sans Light" panose="020B0403050203000203" pitchFamily="34" charset="0"/>
              </a:rPr>
              <a:t> </a:t>
            </a:r>
            <a:r>
              <a:rPr lang="en-US" sz="2800" err="1">
                <a:latin typeface="IBM Plex Sans Light" panose="020B0403050203000203" pitchFamily="34" charset="0"/>
              </a:rPr>
              <a:t>ultricies</a:t>
            </a:r>
            <a:r>
              <a:rPr lang="en-US" sz="2800">
                <a:latin typeface="IBM Plex Sans Light" panose="020B0403050203000203" pitchFamily="34" charset="0"/>
              </a:rPr>
              <a:t> </a:t>
            </a:r>
            <a:r>
              <a:rPr lang="en-US" sz="2800" err="1">
                <a:latin typeface="IBM Plex Sans Light" panose="020B0403050203000203" pitchFamily="34" charset="0"/>
              </a:rPr>
              <a:t>nec</a:t>
            </a:r>
            <a:r>
              <a:rPr lang="en-US" sz="2800">
                <a:latin typeface="IBM Plex Sans Light" panose="020B0403050203000203" pitchFamily="34" charset="0"/>
              </a:rPr>
              <a:t> </a:t>
            </a:r>
            <a:r>
              <a:rPr lang="en-US" sz="2800" err="1">
                <a:latin typeface="IBM Plex Sans Light" panose="020B0403050203000203" pitchFamily="34" charset="0"/>
              </a:rPr>
              <a:t>pellentesque</a:t>
            </a:r>
            <a:r>
              <a:rPr lang="en-US" sz="2800">
                <a:latin typeface="IBM Plex Sans Light" panose="020B0403050203000203" pitchFamily="34" charset="0"/>
              </a:rPr>
              <a:t> </a:t>
            </a:r>
            <a:r>
              <a:rPr lang="en-US" sz="2800" err="1">
                <a:latin typeface="IBM Plex Sans Light" panose="020B0403050203000203" pitchFamily="34" charset="0"/>
              </a:rPr>
              <a:t>eu</a:t>
            </a:r>
            <a:r>
              <a:rPr lang="en-US" sz="2800">
                <a:latin typeface="IBM Plex Sans Light" panose="020B0403050203000203" pitchFamily="34" charset="0"/>
              </a:rPr>
              <a:t> </a:t>
            </a:r>
            <a:r>
              <a:rPr lang="en-US" sz="2800" err="1">
                <a:latin typeface="IBM Plex Sans Light" panose="020B0403050203000203" pitchFamily="34" charset="0"/>
              </a:rPr>
              <a:t>pretium</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sem. </a:t>
            </a:r>
            <a:r>
              <a:rPr lang="en-US" sz="2800" err="1">
                <a:latin typeface="IBM Plex Sans Light" panose="020B0403050203000203" pitchFamily="34" charset="0"/>
              </a:rPr>
              <a:t>Nulla</a:t>
            </a:r>
            <a:r>
              <a:rPr lang="en-US" sz="2800">
                <a:latin typeface="IBM Plex Sans Light" panose="020B0403050203000203" pitchFamily="34" charset="0"/>
              </a:rPr>
              <a:t> </a:t>
            </a:r>
            <a:r>
              <a:rPr lang="en-US" sz="2800" err="1">
                <a:latin typeface="IBM Plex Sans Light" panose="020B0403050203000203" pitchFamily="34" charset="0"/>
              </a:rPr>
              <a:t>conset</a:t>
            </a:r>
            <a:r>
              <a:rPr lang="en-US" sz="2800">
                <a:latin typeface="IBM Plex Sans Light" panose="020B0403050203000203" pitchFamily="34" charset="0"/>
              </a:rPr>
              <a:t> </a:t>
            </a:r>
            <a:r>
              <a:rPr lang="en-US" sz="2800" err="1">
                <a:latin typeface="IBM Plex Sans Light" panose="020B0403050203000203" pitchFamily="34" charset="0"/>
              </a:rPr>
              <a:t>massa</a:t>
            </a:r>
            <a:r>
              <a:rPr lang="en-US" sz="2800">
                <a:latin typeface="IBM Plex Sans Light" panose="020B0403050203000203" pitchFamily="34" charset="0"/>
              </a:rPr>
              <a:t> </a:t>
            </a:r>
            <a:r>
              <a:rPr lang="en-US" sz="2800" err="1">
                <a:latin typeface="IBM Plex Sans Light" panose="020B0403050203000203" pitchFamily="34" charset="0"/>
              </a:rPr>
              <a:t>quis</a:t>
            </a:r>
            <a:r>
              <a:rPr lang="en-US" sz="2800">
                <a:latin typeface="IBM Plex Sans Light" panose="020B0403050203000203" pitchFamily="34" charset="0"/>
              </a:rPr>
              <a:t> </a:t>
            </a:r>
            <a:r>
              <a:rPr lang="en-US" sz="2800" err="1">
                <a:latin typeface="IBM Plex Sans Light" panose="020B0403050203000203" pitchFamily="34" charset="0"/>
              </a:rPr>
              <a:t>enim</a:t>
            </a:r>
            <a:r>
              <a:rPr lang="en-US" sz="2800">
                <a:latin typeface="IBM Plex Sans Light" panose="020B0403050203000203" pitchFamily="34" charset="0"/>
              </a:rPr>
              <a:t>.</a:t>
            </a: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384048"/>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GB"/>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GB"/>
              <a:t>Click to edit Master title style</a:t>
            </a:r>
            <a:endParaRPr lang="en-US"/>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theme" Target="../theme/theme2.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4138261747"/>
      </p:ext>
    </p:extLst>
  </p:cSld>
  <p:clrMap bg1="dk1" tx1="lt1" bg2="dk2" tx2="lt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 id="2147483984" r:id="rId18"/>
    <p:sldLayoutId id="2147483985" r:id="rId19"/>
    <p:sldLayoutId id="2147483986" r:id="rId20"/>
    <p:sldLayoutId id="2147483987" r:id="rId21"/>
    <p:sldLayoutId id="2147483988" r:id="rId22"/>
    <p:sldLayoutId id="2147483989" r:id="rId23"/>
    <p:sldLayoutId id="2147483990" r:id="rId24"/>
    <p:sldLayoutId id="2147483991" r:id="rId25"/>
    <p:sldLayoutId id="2147483992" r:id="rId26"/>
    <p:sldLayoutId id="2147483993" r:id="rId27"/>
    <p:sldLayoutId id="2147483994" r:id="rId28"/>
    <p:sldLayoutId id="2147483995" r:id="rId29"/>
    <p:sldLayoutId id="2147483996" r:id="rId30"/>
    <p:sldLayoutId id="2147483997" r:id="rId31"/>
    <p:sldLayoutId id="2147483998" r:id="rId32"/>
    <p:sldLayoutId id="2147483999" r:id="rId33"/>
    <p:sldLayoutId id="2147484000" r:id="rId34"/>
    <p:sldLayoutId id="2147484001" r:id="rId35"/>
    <p:sldLayoutId id="2147484002" r:id="rId36"/>
    <p:sldLayoutId id="2147484003" r:id="rId37"/>
    <p:sldLayoutId id="2147484004" r:id="rId38"/>
    <p:sldLayoutId id="2147484005" r:id="rId39"/>
    <p:sldLayoutId id="2147484006" r:id="rId40"/>
    <p:sldLayoutId id="2147484007" r:id="rId41"/>
    <p:sldLayoutId id="2147484008" r:id="rId42"/>
    <p:sldLayoutId id="2147484009" r:id="rId43"/>
    <p:sldLayoutId id="2147484010" r:id="rId44"/>
    <p:sldLayoutId id="2147484011" r:id="rId45"/>
    <p:sldLayoutId id="2147484012" r:id="rId46"/>
    <p:sldLayoutId id="2147484013" r:id="rId47"/>
    <p:sldLayoutId id="2147484014"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p15:clr>
            <a:srgbClr val="EE5396"/>
          </p15:clr>
        </p15:guide>
        <p15:guide id="20" orient="horz" pos="958">
          <p15:clr>
            <a:srgbClr val="EE5396"/>
          </p15:clr>
        </p15:guide>
        <p15:guide id="25" orient="horz" pos="7682">
          <p15:clr>
            <a:srgbClr val="EE5396"/>
          </p15:clr>
        </p15:guide>
        <p15:guide id="26" pos="7680">
          <p15:clr>
            <a:srgbClr val="0F62FE"/>
          </p15:clr>
        </p15:guide>
        <p15:guide id="27" pos="11520">
          <p15:clr>
            <a:srgbClr val="0F62FE"/>
          </p15:clr>
        </p15:guide>
        <p15:guide id="30" orient="horz" pos="1918">
          <p15:clr>
            <a:srgbClr val="EE5396"/>
          </p15:clr>
        </p15:guide>
        <p15:guide id="32" orient="horz" pos="6720">
          <p15:clr>
            <a:srgbClr val="EE5396"/>
          </p15:clr>
        </p15:guide>
        <p15:guide id="33" orient="horz" pos="2880">
          <p15:clr>
            <a:srgbClr val="EE5396"/>
          </p15:clr>
        </p15:guide>
        <p15:guide id="34" orient="horz" pos="4800">
          <p15:clr>
            <a:srgbClr val="EE5396"/>
          </p15:clr>
        </p15:guide>
        <p15:guide id="35" orient="horz" pos="5758">
          <p15:clr>
            <a:srgbClr val="EE5396"/>
          </p15:clr>
        </p15:guide>
        <p15:guide id="36" orient="horz" pos="8284">
          <p15:clr>
            <a:srgbClr val="9FCC3B"/>
          </p15:clr>
        </p15:guide>
        <p15:guide id="37" orient="horz" pos="360">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Footer text (optional)</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42" r:id="rId16"/>
    <p:sldLayoutId id="2147483919" r:id="rId17"/>
    <p:sldLayoutId id="2147483929" r:id="rId18"/>
    <p:sldLayoutId id="2147483920" r:id="rId19"/>
    <p:sldLayoutId id="2147483930" r:id="rId20"/>
    <p:sldLayoutId id="2147483928" r:id="rId21"/>
    <p:sldLayoutId id="2147483948" r:id="rId22"/>
    <p:sldLayoutId id="2147483927" r:id="rId23"/>
    <p:sldLayoutId id="2147483950" r:id="rId24"/>
    <p:sldLayoutId id="2147483921" r:id="rId25"/>
    <p:sldLayoutId id="2147483916" r:id="rId26"/>
    <p:sldLayoutId id="2147483922" r:id="rId27"/>
    <p:sldLayoutId id="2147483965" r:id="rId28"/>
    <p:sldLayoutId id="2147483956" r:id="rId29"/>
    <p:sldLayoutId id="2147483923" r:id="rId30"/>
    <p:sldLayoutId id="2147483924" r:id="rId31"/>
    <p:sldLayoutId id="2147483926" r:id="rId32"/>
    <p:sldLayoutId id="2147483925" r:id="rId33"/>
    <p:sldLayoutId id="2147483959" r:id="rId34"/>
    <p:sldLayoutId id="2147483937" r:id="rId35"/>
    <p:sldLayoutId id="2147483932" r:id="rId36"/>
    <p:sldLayoutId id="2147483934" r:id="rId37"/>
    <p:sldLayoutId id="2147483935" r:id="rId38"/>
    <p:sldLayoutId id="2147483936" r:id="rId39"/>
    <p:sldLayoutId id="2147483938" r:id="rId40"/>
    <p:sldLayoutId id="2147483939" r:id="rId41"/>
    <p:sldLayoutId id="2147483964" r:id="rId42"/>
    <p:sldLayoutId id="2147483940" r:id="rId43"/>
    <p:sldLayoutId id="2147483960" r:id="rId44"/>
    <p:sldLayoutId id="2147483943" r:id="rId45"/>
    <p:sldLayoutId id="2147483963" r:id="rId46"/>
    <p:sldLayoutId id="2147483941" r:id="rId47"/>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microsoft.com/office/2018/10/relationships/comments" Target="../comments/modernComment_7FB47529_7C4EB3C0.xml"/><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7FB47579_426DD389.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50F81-43D1-5932-4938-023109C8A8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393B00-2888-7EBB-2FFB-92181E2CAA19}"/>
              </a:ext>
            </a:extLst>
          </p:cNvPr>
          <p:cNvSpPr/>
          <p:nvPr/>
        </p:nvSpPr>
        <p:spPr bwMode="auto">
          <a:xfrm>
            <a:off x="12706350" y="-105507"/>
            <a:ext cx="11868418" cy="13927014"/>
          </a:xfrm>
          <a:prstGeom prst="rect">
            <a:avLst/>
          </a:prstGeom>
          <a:solidFill>
            <a:schemeClr val="tx1">
              <a:alpha val="1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pic>
        <p:nvPicPr>
          <p:cNvPr id="9" name="Picture Placeholder 8">
            <a:extLst>
              <a:ext uri="{FF2B5EF4-FFF2-40B4-BE49-F238E27FC236}">
                <a16:creationId xmlns:a16="http://schemas.microsoft.com/office/drawing/2014/main" id="{FBC432B7-CB4F-D82D-97C2-BFE0AE304C0E}"/>
              </a:ext>
            </a:extLst>
          </p:cNvPr>
          <p:cNvPicPr>
            <a:picLocks noGrp="1" noChangeAspect="1"/>
          </p:cNvPicPr>
          <p:nvPr>
            <p:ph type="pic" sz="quarter" idx="12"/>
          </p:nvPr>
        </p:nvPicPr>
        <p:blipFill>
          <a:blip r:embed="rId2"/>
          <a:srcRect l="5550" r="5550"/>
          <a:stretch/>
        </p:blipFill>
        <p:spPr>
          <a:xfrm>
            <a:off x="-187594" y="-105507"/>
            <a:ext cx="24762362" cy="13927014"/>
          </a:xfrm>
          <a:prstGeom prst="rect">
            <a:avLst/>
          </a:prstGeom>
        </p:spPr>
      </p:pic>
      <p:sp>
        <p:nvSpPr>
          <p:cNvPr id="7" name="Title 6">
            <a:extLst>
              <a:ext uri="{FF2B5EF4-FFF2-40B4-BE49-F238E27FC236}">
                <a16:creationId xmlns:a16="http://schemas.microsoft.com/office/drawing/2014/main" id="{BADA3C60-130F-D780-62C2-AC0891D2FA3F}"/>
              </a:ext>
            </a:extLst>
          </p:cNvPr>
          <p:cNvSpPr>
            <a:spLocks noGrp="1"/>
          </p:cNvSpPr>
          <p:nvPr>
            <p:ph type="title"/>
          </p:nvPr>
        </p:nvSpPr>
        <p:spPr>
          <a:xfrm>
            <a:off x="14473696" y="4992872"/>
            <a:ext cx="10101072" cy="3730255"/>
          </a:xfrm>
        </p:spPr>
        <p:txBody>
          <a:bodyPr/>
          <a:lstStyle/>
          <a:p>
            <a:r>
              <a:rPr lang="en-US" sz="6600">
                <a:solidFill>
                  <a:schemeClr val="bg1"/>
                </a:solidFill>
              </a:rPr>
              <a:t>Designing for </a:t>
            </a:r>
            <a:br>
              <a:rPr lang="en-US" sz="13800">
                <a:solidFill>
                  <a:schemeClr val="bg1"/>
                </a:solidFill>
              </a:rPr>
            </a:br>
            <a:r>
              <a:rPr lang="en-US" sz="12000" b="1">
                <a:solidFill>
                  <a:schemeClr val="bg1"/>
                </a:solidFill>
                <a:latin typeface="IBM Plex Sans" panose="020B0503050203000203" pitchFamily="34" charset="0"/>
              </a:rPr>
              <a:t>Invisible UI</a:t>
            </a:r>
          </a:p>
        </p:txBody>
      </p:sp>
      <p:sp>
        <p:nvSpPr>
          <p:cNvPr id="3" name="TextBox 2" descr="IBM 8-bar logo in black">
            <a:extLst>
              <a:ext uri="{FF2B5EF4-FFF2-40B4-BE49-F238E27FC236}">
                <a16:creationId xmlns:a16="http://schemas.microsoft.com/office/drawing/2014/main" id="{2C7D5DC2-C39E-3B4F-B7B5-9BDDB1ECD378}"/>
              </a:ext>
            </a:extLst>
          </p:cNvPr>
          <p:cNvSpPr txBox="1"/>
          <p:nvPr/>
        </p:nvSpPr>
        <p:spPr>
          <a:xfrm>
            <a:off x="1092200" y="12750800"/>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
        <p:nvSpPr>
          <p:cNvPr id="5" name="TextBox 4">
            <a:extLst>
              <a:ext uri="{FF2B5EF4-FFF2-40B4-BE49-F238E27FC236}">
                <a16:creationId xmlns:a16="http://schemas.microsoft.com/office/drawing/2014/main" id="{F33136D9-E2C7-2994-CD02-AAB8CF29F10A}"/>
              </a:ext>
            </a:extLst>
          </p:cNvPr>
          <p:cNvSpPr txBox="1"/>
          <p:nvPr/>
        </p:nvSpPr>
        <p:spPr>
          <a:xfrm>
            <a:off x="16135350" y="-1009650"/>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indent="-446749" algn="l" defTabSz="2438400">
              <a:spcBef>
                <a:spcPts val="2900"/>
              </a:spcBef>
              <a:buSzPct val="100000"/>
              <a:buFontTx/>
              <a:buChar char="–"/>
            </a:pPr>
            <a:endParaRPr lang="en-US" kern="0">
              <a:solidFill>
                <a:srgbClr val="000000"/>
              </a:solidFill>
              <a:ea typeface="+mj-ea"/>
              <a:cs typeface="+mj-cs"/>
              <a:sym typeface="IBM Plex Sans Light"/>
            </a:endParaRPr>
          </a:p>
        </p:txBody>
      </p:sp>
    </p:spTree>
    <p:extLst>
      <p:ext uri="{BB962C8B-B14F-4D97-AF65-F5344CB8AC3E}">
        <p14:creationId xmlns:p14="http://schemas.microsoft.com/office/powerpoint/2010/main" val="285669724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3C5489-5EF7-1208-70B5-D4E977913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921A1-2FD1-892E-5E41-000F49F8A9B4}"/>
              </a:ext>
            </a:extLst>
          </p:cNvPr>
          <p:cNvSpPr>
            <a:spLocks noGrp="1"/>
          </p:cNvSpPr>
          <p:nvPr>
            <p:ph type="title"/>
          </p:nvPr>
        </p:nvSpPr>
        <p:spPr>
          <a:xfrm>
            <a:off x="577513" y="576891"/>
            <a:ext cx="17682572" cy="1525390"/>
          </a:xfrm>
        </p:spPr>
        <p:txBody>
          <a:bodyPr vert="horz" lIns="182880" tIns="91440" rIns="182880" bIns="91440" rtlCol="0" anchor="ctr">
            <a:noAutofit/>
          </a:bodyPr>
          <a:lstStyle/>
          <a:p>
            <a:r>
              <a:rPr lang="en-US" sz="4800">
                <a:solidFill>
                  <a:srgbClr val="000000"/>
                </a:solidFill>
                <a:latin typeface="IBM Plex Sans Light"/>
              </a:rPr>
              <a:t>Design Team</a:t>
            </a:r>
            <a:endParaRPr lang="en-US" sz="4800"/>
          </a:p>
        </p:txBody>
      </p:sp>
      <p:sp>
        <p:nvSpPr>
          <p:cNvPr id="38" name="Slide Number Placeholder 37">
            <a:extLst>
              <a:ext uri="{FF2B5EF4-FFF2-40B4-BE49-F238E27FC236}">
                <a16:creationId xmlns:a16="http://schemas.microsoft.com/office/drawing/2014/main" id="{45F8D825-02AB-7CC8-7929-C2656EAC7113}"/>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pic>
        <p:nvPicPr>
          <p:cNvPr id="5" name="Picture 2" descr="Profile photo for Jayakrishna Kaimal">
            <a:extLst>
              <a:ext uri="{FF2B5EF4-FFF2-40B4-BE49-F238E27FC236}">
                <a16:creationId xmlns:a16="http://schemas.microsoft.com/office/drawing/2014/main" id="{DFD8059D-7AB3-F81F-B0DA-5D9FB7CF30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577" y="4353711"/>
            <a:ext cx="4328748" cy="432874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Profile photo for Drron Sharma">
            <a:extLst>
              <a:ext uri="{FF2B5EF4-FFF2-40B4-BE49-F238E27FC236}">
                <a16:creationId xmlns:a16="http://schemas.microsoft.com/office/drawing/2014/main" id="{B20594DD-8BD8-4BA3-D5A8-DEF886FC2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8721" y="4353701"/>
            <a:ext cx="4328747" cy="432874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rofile photo for Divine Antony">
            <a:extLst>
              <a:ext uri="{FF2B5EF4-FFF2-40B4-BE49-F238E27FC236}">
                <a16:creationId xmlns:a16="http://schemas.microsoft.com/office/drawing/2014/main" id="{2959213A-EDC1-904D-0200-C9873182A5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5910" y="4353701"/>
            <a:ext cx="4328746" cy="43287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erson smiling at the camera&#10;&#10;AI-generated content may be incorrect.">
            <a:extLst>
              <a:ext uri="{FF2B5EF4-FFF2-40B4-BE49-F238E27FC236}">
                <a16:creationId xmlns:a16="http://schemas.microsoft.com/office/drawing/2014/main" id="{EF0D05CF-9846-6168-8453-2AB1324379D8}"/>
              </a:ext>
            </a:extLst>
          </p:cNvPr>
          <p:cNvPicPr>
            <a:picLocks noChangeAspect="1"/>
          </p:cNvPicPr>
          <p:nvPr/>
        </p:nvPicPr>
        <p:blipFill>
          <a:blip r:embed="rId5"/>
          <a:stretch>
            <a:fillRect/>
          </a:stretch>
        </p:blipFill>
        <p:spPr>
          <a:xfrm>
            <a:off x="14393098" y="4353701"/>
            <a:ext cx="4205501" cy="4328745"/>
          </a:xfrm>
          <a:prstGeom prst="rect">
            <a:avLst/>
          </a:prstGeom>
        </p:spPr>
      </p:pic>
      <p:pic>
        <p:nvPicPr>
          <p:cNvPr id="9" name="Picture 6" descr="Profile photo for Mahima Shrivastava">
            <a:extLst>
              <a:ext uri="{FF2B5EF4-FFF2-40B4-BE49-F238E27FC236}">
                <a16:creationId xmlns:a16="http://schemas.microsoft.com/office/drawing/2014/main" id="{069F6F9E-04CE-81D6-8CF6-6CF80DD768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67041" y="4353701"/>
            <a:ext cx="4328745" cy="432874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9">
            <a:extLst>
              <a:ext uri="{FF2B5EF4-FFF2-40B4-BE49-F238E27FC236}">
                <a16:creationId xmlns:a16="http://schemas.microsoft.com/office/drawing/2014/main" id="{1281C220-E26F-2546-4840-C1A6F3E30781}"/>
              </a:ext>
            </a:extLst>
          </p:cNvPr>
          <p:cNvSpPr>
            <a:spLocks noGrp="1"/>
          </p:cNvSpPr>
          <p:nvPr>
            <p:ph type="body" sz="quarter" idx="21"/>
          </p:nvPr>
        </p:nvSpPr>
        <p:spPr>
          <a:xfrm>
            <a:off x="903577" y="8973071"/>
            <a:ext cx="3128086" cy="1525390"/>
          </a:xfrm>
        </p:spPr>
        <p:txBody>
          <a:bodyPr lIns="0" tIns="0" rIns="0" bIns="0" anchor="t">
            <a:normAutofit/>
          </a:bodyPr>
          <a:lstStyle/>
          <a:p>
            <a:r>
              <a:rPr lang="en-US">
                <a:latin typeface="IBM Plex Sans Medm"/>
              </a:rPr>
              <a:t>Jayakrishna </a:t>
            </a:r>
          </a:p>
          <a:p>
            <a:r>
              <a:rPr lang="en-US">
                <a:latin typeface="IBM Plex Sans Medm"/>
              </a:rPr>
              <a:t>Kaimal</a:t>
            </a:r>
            <a:br>
              <a:rPr lang="en-US"/>
            </a:br>
            <a:r>
              <a:rPr lang="en-US" b="1"/>
              <a:t>Design Manager</a:t>
            </a:r>
            <a:endParaRPr lang="en-US"/>
          </a:p>
        </p:txBody>
      </p:sp>
      <p:sp>
        <p:nvSpPr>
          <p:cNvPr id="15" name="Text Placeholder 15">
            <a:extLst>
              <a:ext uri="{FF2B5EF4-FFF2-40B4-BE49-F238E27FC236}">
                <a16:creationId xmlns:a16="http://schemas.microsoft.com/office/drawing/2014/main" id="{3318FAD8-B968-A752-72AD-532AE6FED121}"/>
              </a:ext>
            </a:extLst>
          </p:cNvPr>
          <p:cNvSpPr txBox="1">
            <a:spLocks/>
          </p:cNvSpPr>
          <p:nvPr/>
        </p:nvSpPr>
        <p:spPr>
          <a:xfrm>
            <a:off x="5398721" y="8975740"/>
            <a:ext cx="2660048" cy="152269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err="1">
                <a:ln>
                  <a:noFill/>
                </a:ln>
                <a:solidFill>
                  <a:srgbClr val="000000"/>
                </a:solidFill>
                <a:effectLst/>
                <a:uLnTx/>
                <a:uFillTx/>
                <a:latin typeface="IBM Plex Sans Medm" panose="020B0503050203000203" pitchFamily="34" charset="0"/>
                <a:ea typeface="+mj-ea"/>
                <a:cs typeface="+mj-cs"/>
                <a:sym typeface="IBM Plex Sans Light"/>
              </a:rPr>
              <a:t>Drron</a:t>
            </a:r>
            <a:r>
              <a:rPr kumimoji="0" lang="en-US" sz="2800" b="0" i="0" u="none" strike="noStrike" kern="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 </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Sharma</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1" i="0" u="none" strike="noStrike" kern="0" cap="none" spc="0" normalizeH="0" baseline="0" noProof="0">
                <a:ln>
                  <a:noFill/>
                </a:ln>
                <a:solidFill>
                  <a:srgbClr val="000000"/>
                </a:solidFill>
                <a:effectLst/>
                <a:uLnTx/>
                <a:uFillTx/>
                <a:latin typeface="IBM Plex Sans Light"/>
                <a:ea typeface="+mj-ea"/>
                <a:cs typeface="+mj-cs"/>
                <a:sym typeface="IBM Plex Sans Light"/>
              </a:rPr>
              <a:t>UX Designer</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16" name="Text Placeholder 9">
            <a:extLst>
              <a:ext uri="{FF2B5EF4-FFF2-40B4-BE49-F238E27FC236}">
                <a16:creationId xmlns:a16="http://schemas.microsoft.com/office/drawing/2014/main" id="{215FAA82-6A85-06A0-62DD-17529C31D8B6}"/>
              </a:ext>
            </a:extLst>
          </p:cNvPr>
          <p:cNvSpPr txBox="1">
            <a:spLocks/>
          </p:cNvSpPr>
          <p:nvPr/>
        </p:nvSpPr>
        <p:spPr>
          <a:xfrm>
            <a:off x="9727468" y="8973049"/>
            <a:ext cx="3128086" cy="1525390"/>
          </a:xfrm>
          <a:prstGeom prst="rect">
            <a:avLst/>
          </a:prstGeom>
        </p:spPr>
        <p:txBody>
          <a:bodyPr vert="horz" lIns="182880" tIns="91440" rIns="182880" bIns="91440" rtlCol="0">
            <a:normAutofit lnSpcReduction="10000"/>
          </a:bodyPr>
          <a:lstStyle>
            <a:lvl1pPr marL="228600" indent="-228600" algn="l" defTabSz="914400" rtl="0" eaLnBrk="1" latinLnBrk="0" hangingPunct="1">
              <a:lnSpc>
                <a:spcPct val="110000"/>
              </a:lnSpc>
              <a:spcBef>
                <a:spcPts val="0"/>
              </a:spcBef>
              <a:buFont typeface="Arial" panose="020B0604020202020204" pitchFamily="34" charset="0"/>
              <a:buChar char="•"/>
              <a:defRPr sz="1400" kern="1200">
                <a:solidFill>
                  <a:schemeClr val="tx1"/>
                </a:solidFill>
                <a:latin typeface="+mn-lt"/>
                <a:ea typeface="+mn-ea"/>
                <a:cs typeface="+mn-cs"/>
              </a:defRPr>
            </a:lvl1pPr>
            <a:lvl2pPr marL="127990" indent="-127990" algn="l" defTabSz="914400" rtl="0" eaLnBrk="1" latinLnBrk="0" hangingPunct="1">
              <a:lnSpc>
                <a:spcPct val="110000"/>
              </a:lnSpc>
              <a:spcBef>
                <a:spcPts val="0"/>
              </a:spcBef>
              <a:buFont typeface="Arial" panose="020B0604020202020204" pitchFamily="34" charset="0"/>
              <a:buChar char="•"/>
              <a:defRPr sz="1400" kern="1200">
                <a:solidFill>
                  <a:schemeClr val="tx1"/>
                </a:solidFill>
                <a:latin typeface="+mn-lt"/>
                <a:ea typeface="+mn-ea"/>
                <a:cs typeface="+mn-cs"/>
              </a:defRPr>
            </a:lvl2pPr>
            <a:lvl3pPr marL="255981" indent="-127990" algn="l" defTabSz="914400" rtl="0" eaLnBrk="1" latinLnBrk="0" hangingPunct="1">
              <a:lnSpc>
                <a:spcPct val="110000"/>
              </a:lnSpc>
              <a:spcBef>
                <a:spcPts val="0"/>
              </a:spcBef>
              <a:buFont typeface="Arial" panose="020B0604020202020204" pitchFamily="34" charset="0"/>
              <a:buChar char="•"/>
              <a:defRPr sz="1400" kern="1200">
                <a:solidFill>
                  <a:schemeClr val="tx1"/>
                </a:solidFill>
                <a:latin typeface="+mn-lt"/>
                <a:ea typeface="+mn-ea"/>
                <a:cs typeface="+mn-cs"/>
              </a:defRPr>
            </a:lvl3pPr>
            <a:lvl4pPr marL="383971" indent="-127990" algn="l" defTabSz="914400" rtl="0" eaLnBrk="1" latinLnBrk="0" hangingPunct="1">
              <a:lnSpc>
                <a:spcPct val="110000"/>
              </a:lnSpc>
              <a:spcBef>
                <a:spcPts val="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IBM Plex Sans Medm" panose="020B0503050203000203" pitchFamily="34" charset="0"/>
                <a:ea typeface="+mn-ea"/>
                <a:cs typeface="+mn-cs"/>
              </a:rPr>
              <a:t>Divine </a:t>
            </a:r>
          </a:p>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IBM Plex Sans Medm" panose="020B0503050203000203" pitchFamily="34" charset="0"/>
                <a:ea typeface="+mn-ea"/>
                <a:cs typeface="+mn-cs"/>
              </a:rPr>
              <a:t>Antony</a:t>
            </a:r>
            <a:br>
              <a:rPr kumimoji="0" lang="en-US" sz="2800" b="0" i="0" u="none" strike="noStrike" kern="1200" cap="none" spc="0" normalizeH="0" baseline="0" noProof="0">
                <a:ln>
                  <a:noFill/>
                </a:ln>
                <a:solidFill>
                  <a:srgbClr val="000000"/>
                </a:solidFill>
                <a:effectLst/>
                <a:uLnTx/>
                <a:uFillTx/>
                <a:latin typeface="IBM Plex Sans Light"/>
                <a:ea typeface="+mn-ea"/>
                <a:cs typeface="+mn-cs"/>
              </a:rPr>
            </a:br>
            <a:r>
              <a:rPr kumimoji="0" lang="en-US" sz="2800" b="1" i="0" u="none" strike="noStrike" kern="1200" cap="none" spc="0" normalizeH="0" baseline="0" noProof="0">
                <a:ln>
                  <a:noFill/>
                </a:ln>
                <a:solidFill>
                  <a:srgbClr val="000000"/>
                </a:solidFill>
                <a:effectLst/>
                <a:uLnTx/>
                <a:uFillTx/>
                <a:latin typeface="IBM Plex Sans Light"/>
                <a:ea typeface="+mn-ea"/>
                <a:cs typeface="+mn-cs"/>
              </a:rPr>
              <a:t>Design Lead</a:t>
            </a:r>
          </a:p>
        </p:txBody>
      </p:sp>
      <p:sp>
        <p:nvSpPr>
          <p:cNvPr id="17" name="Text Placeholder 9">
            <a:extLst>
              <a:ext uri="{FF2B5EF4-FFF2-40B4-BE49-F238E27FC236}">
                <a16:creationId xmlns:a16="http://schemas.microsoft.com/office/drawing/2014/main" id="{90A5CE7A-CBFC-2150-CB5C-78369306E5F9}"/>
              </a:ext>
            </a:extLst>
          </p:cNvPr>
          <p:cNvSpPr txBox="1">
            <a:spLocks/>
          </p:cNvSpPr>
          <p:nvPr/>
        </p:nvSpPr>
        <p:spPr>
          <a:xfrm>
            <a:off x="14441295" y="8973049"/>
            <a:ext cx="2740004" cy="152269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Abhiram </a:t>
            </a:r>
          </a:p>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CS</a:t>
            </a:r>
            <a:b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br>
            <a:r>
              <a:rPr kumimoji="0" lang="en-US" sz="2800" b="1" i="0" u="none" strike="noStrike" kern="0" cap="none" spc="0" normalizeH="0" baseline="0" noProof="0">
                <a:ln>
                  <a:noFill/>
                </a:ln>
                <a:solidFill>
                  <a:srgbClr val="000000"/>
                </a:solidFill>
                <a:effectLst/>
                <a:uLnTx/>
                <a:uFillTx/>
                <a:latin typeface="IBM Plex Sans Light"/>
                <a:ea typeface="+mj-ea"/>
                <a:cs typeface="+mj-cs"/>
                <a:sym typeface="IBM Plex Sans Light"/>
              </a:rPr>
              <a:t>UX Designer</a:t>
            </a:r>
          </a:p>
        </p:txBody>
      </p:sp>
      <p:sp>
        <p:nvSpPr>
          <p:cNvPr id="18" name="Text Placeholder 9">
            <a:extLst>
              <a:ext uri="{FF2B5EF4-FFF2-40B4-BE49-F238E27FC236}">
                <a16:creationId xmlns:a16="http://schemas.microsoft.com/office/drawing/2014/main" id="{AFDBE0BD-934C-5401-B9E2-FBFBF95B67B6}"/>
              </a:ext>
            </a:extLst>
          </p:cNvPr>
          <p:cNvSpPr txBox="1">
            <a:spLocks/>
          </p:cNvSpPr>
          <p:nvPr/>
        </p:nvSpPr>
        <p:spPr>
          <a:xfrm>
            <a:off x="18767041" y="8973049"/>
            <a:ext cx="3128086" cy="138774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Mahima Shrivastava</a:t>
            </a:r>
            <a:b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br>
            <a:r>
              <a:rPr kumimoji="0" lang="en-US" sz="2800" b="1" i="0" u="none" strike="noStrike" kern="0" cap="none" spc="0" normalizeH="0" baseline="0" noProof="0">
                <a:ln>
                  <a:noFill/>
                </a:ln>
                <a:solidFill>
                  <a:srgbClr val="000000"/>
                </a:solidFill>
                <a:effectLst/>
                <a:uLnTx/>
                <a:uFillTx/>
                <a:latin typeface="IBM Plex Sans Light"/>
                <a:ea typeface="+mj-ea"/>
                <a:cs typeface="+mj-cs"/>
                <a:sym typeface="IBM Plex Sans Light"/>
              </a:rPr>
              <a:t>UX Designer</a:t>
            </a:r>
          </a:p>
        </p:txBody>
      </p:sp>
    </p:spTree>
    <p:extLst>
      <p:ext uri="{BB962C8B-B14F-4D97-AF65-F5344CB8AC3E}">
        <p14:creationId xmlns:p14="http://schemas.microsoft.com/office/powerpoint/2010/main" val="34620056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721BCBF-DBF4-118A-B4F5-3EE642A64962}"/>
              </a:ext>
            </a:extLst>
          </p:cNvPr>
          <p:cNvSpPr>
            <a:spLocks noGrp="1"/>
          </p:cNvSpPr>
          <p:nvPr>
            <p:ph type="title"/>
          </p:nvPr>
        </p:nvSpPr>
        <p:spPr>
          <a:xfrm>
            <a:off x="576072" y="1169700"/>
            <a:ext cx="22965520" cy="1808151"/>
          </a:xfrm>
        </p:spPr>
        <p:txBody>
          <a:bodyPr/>
          <a:lstStyle/>
          <a:p>
            <a:pPr algn="ctr">
              <a:lnSpc>
                <a:spcPct val="100000"/>
              </a:lnSpc>
            </a:pPr>
            <a:r>
              <a:rPr lang="en-US" sz="6400">
                <a:solidFill>
                  <a:srgbClr val="000000"/>
                </a:solidFill>
                <a:effectLst/>
              </a:rPr>
              <a:t>Products explored</a:t>
            </a:r>
          </a:p>
        </p:txBody>
      </p:sp>
      <p:sp>
        <p:nvSpPr>
          <p:cNvPr id="15" name="Slide Number Placeholder 14">
            <a:extLst>
              <a:ext uri="{FF2B5EF4-FFF2-40B4-BE49-F238E27FC236}">
                <a16:creationId xmlns:a16="http://schemas.microsoft.com/office/drawing/2014/main" id="{5F0346DD-F3E4-5ECC-0EF9-1AEA7E60265C}"/>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pic>
        <p:nvPicPr>
          <p:cNvPr id="2" name="Picture 1">
            <a:extLst>
              <a:ext uri="{FF2B5EF4-FFF2-40B4-BE49-F238E27FC236}">
                <a16:creationId xmlns:a16="http://schemas.microsoft.com/office/drawing/2014/main" id="{020EBE98-7841-8FBD-CCED-F0CCDD02A2CA}"/>
              </a:ext>
            </a:extLst>
          </p:cNvPr>
          <p:cNvPicPr>
            <a:picLocks noChangeAspect="1"/>
          </p:cNvPicPr>
          <p:nvPr/>
        </p:nvPicPr>
        <p:blipFill>
          <a:blip r:embed="rId3"/>
          <a:stretch>
            <a:fillRect/>
          </a:stretch>
        </p:blipFill>
        <p:spPr>
          <a:xfrm>
            <a:off x="4425328" y="4947652"/>
            <a:ext cx="3982690" cy="1614247"/>
          </a:xfrm>
          <a:prstGeom prst="rect">
            <a:avLst/>
          </a:prstGeom>
        </p:spPr>
      </p:pic>
      <p:pic>
        <p:nvPicPr>
          <p:cNvPr id="3" name="Picture 2">
            <a:extLst>
              <a:ext uri="{FF2B5EF4-FFF2-40B4-BE49-F238E27FC236}">
                <a16:creationId xmlns:a16="http://schemas.microsoft.com/office/drawing/2014/main" id="{C032C986-5699-0743-2CFF-F9D9F269362F}"/>
              </a:ext>
            </a:extLst>
          </p:cNvPr>
          <p:cNvPicPr>
            <a:picLocks noChangeAspect="1"/>
          </p:cNvPicPr>
          <p:nvPr/>
        </p:nvPicPr>
        <p:blipFill>
          <a:blip r:embed="rId4"/>
          <a:stretch>
            <a:fillRect/>
          </a:stretch>
        </p:blipFill>
        <p:spPr>
          <a:xfrm>
            <a:off x="9878819" y="5212699"/>
            <a:ext cx="3972330" cy="1275449"/>
          </a:xfrm>
          <a:prstGeom prst="rect">
            <a:avLst/>
          </a:prstGeom>
        </p:spPr>
      </p:pic>
      <p:pic>
        <p:nvPicPr>
          <p:cNvPr id="4" name="Picture 3">
            <a:extLst>
              <a:ext uri="{FF2B5EF4-FFF2-40B4-BE49-F238E27FC236}">
                <a16:creationId xmlns:a16="http://schemas.microsoft.com/office/drawing/2014/main" id="{520223F3-BFB2-A881-F32E-862A5C38C6D7}"/>
              </a:ext>
            </a:extLst>
          </p:cNvPr>
          <p:cNvPicPr>
            <a:picLocks noChangeAspect="1"/>
          </p:cNvPicPr>
          <p:nvPr/>
        </p:nvPicPr>
        <p:blipFill>
          <a:blip r:embed="rId5"/>
          <a:stretch>
            <a:fillRect/>
          </a:stretch>
        </p:blipFill>
        <p:spPr>
          <a:xfrm>
            <a:off x="15255399" y="5285175"/>
            <a:ext cx="5343196" cy="1083245"/>
          </a:xfrm>
          <a:prstGeom prst="rect">
            <a:avLst/>
          </a:prstGeom>
        </p:spPr>
      </p:pic>
      <p:pic>
        <p:nvPicPr>
          <p:cNvPr id="5" name="Picture 4">
            <a:extLst>
              <a:ext uri="{FF2B5EF4-FFF2-40B4-BE49-F238E27FC236}">
                <a16:creationId xmlns:a16="http://schemas.microsoft.com/office/drawing/2014/main" id="{FB244601-4F2F-7DB9-7227-A38180FFD5B1}"/>
              </a:ext>
            </a:extLst>
          </p:cNvPr>
          <p:cNvPicPr>
            <a:picLocks noChangeAspect="1"/>
          </p:cNvPicPr>
          <p:nvPr/>
        </p:nvPicPr>
        <p:blipFill>
          <a:blip r:embed="rId6"/>
          <a:stretch>
            <a:fillRect/>
          </a:stretch>
        </p:blipFill>
        <p:spPr>
          <a:xfrm>
            <a:off x="4425328" y="8338221"/>
            <a:ext cx="3895238" cy="1302510"/>
          </a:xfrm>
          <a:prstGeom prst="rect">
            <a:avLst/>
          </a:prstGeom>
        </p:spPr>
      </p:pic>
      <p:pic>
        <p:nvPicPr>
          <p:cNvPr id="43" name="Picture 42">
            <a:extLst>
              <a:ext uri="{FF2B5EF4-FFF2-40B4-BE49-F238E27FC236}">
                <a16:creationId xmlns:a16="http://schemas.microsoft.com/office/drawing/2014/main" id="{389925EB-5C8C-9827-E031-A0D3BDCD2328}"/>
              </a:ext>
            </a:extLst>
          </p:cNvPr>
          <p:cNvPicPr>
            <a:picLocks noChangeAspect="1"/>
          </p:cNvPicPr>
          <p:nvPr/>
        </p:nvPicPr>
        <p:blipFill>
          <a:blip r:embed="rId7"/>
          <a:stretch>
            <a:fillRect/>
          </a:stretch>
        </p:blipFill>
        <p:spPr>
          <a:xfrm>
            <a:off x="9878819" y="8338222"/>
            <a:ext cx="4009125" cy="1191902"/>
          </a:xfrm>
          <a:prstGeom prst="rect">
            <a:avLst/>
          </a:prstGeom>
        </p:spPr>
      </p:pic>
      <p:pic>
        <p:nvPicPr>
          <p:cNvPr id="44" name="Picture 43">
            <a:extLst>
              <a:ext uri="{FF2B5EF4-FFF2-40B4-BE49-F238E27FC236}">
                <a16:creationId xmlns:a16="http://schemas.microsoft.com/office/drawing/2014/main" id="{C99B5D5B-FF80-B897-3142-F55E875B2FD0}"/>
              </a:ext>
            </a:extLst>
          </p:cNvPr>
          <p:cNvPicPr>
            <a:picLocks noChangeAspect="1"/>
          </p:cNvPicPr>
          <p:nvPr/>
        </p:nvPicPr>
        <p:blipFill>
          <a:blip r:embed="rId8"/>
          <a:stretch>
            <a:fillRect/>
          </a:stretch>
        </p:blipFill>
        <p:spPr>
          <a:xfrm>
            <a:off x="15255399" y="8338221"/>
            <a:ext cx="3892440" cy="1191903"/>
          </a:xfrm>
          <a:prstGeom prst="rect">
            <a:avLst/>
          </a:prstGeom>
        </p:spPr>
      </p:pic>
    </p:spTree>
    <p:extLst>
      <p:ext uri="{BB962C8B-B14F-4D97-AF65-F5344CB8AC3E}">
        <p14:creationId xmlns:p14="http://schemas.microsoft.com/office/powerpoint/2010/main" val="2085532608"/>
      </p:ext>
    </p:extLst>
  </p:cSld>
  <p:clrMapOvr>
    <a:masterClrMapping/>
  </p:clrMapOvr>
  <p:transition spd="med"/>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7FF"/>
        </a:solidFill>
        <a:effectLst/>
      </p:bgPr>
    </p:bg>
    <p:spTree>
      <p:nvGrpSpPr>
        <p:cNvPr id="1" name="">
          <a:extLst>
            <a:ext uri="{FF2B5EF4-FFF2-40B4-BE49-F238E27FC236}">
              <a16:creationId xmlns:a16="http://schemas.microsoft.com/office/drawing/2014/main" id="{B1A03E87-4EBD-3E20-CEF6-D8AE7EA549A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A25461A-F503-A420-55F9-F35A25D71995}"/>
              </a:ext>
            </a:extLst>
          </p:cNvPr>
          <p:cNvSpPr txBox="1"/>
          <p:nvPr/>
        </p:nvSpPr>
        <p:spPr>
          <a:xfrm>
            <a:off x="888734" y="3955111"/>
            <a:ext cx="17399267" cy="5109091"/>
          </a:xfrm>
          <a:prstGeom prst="rect">
            <a:avLst/>
          </a:prstGeom>
          <a:noFill/>
        </p:spPr>
        <p:txBody>
          <a:bodyPr wrap="square" lIns="182880" tIns="91440" rIns="182880" bIns="91440" rtlCol="0" anchor="t">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IN" sz="8000" b="0" i="0" u="none" strike="noStrike" kern="1200" cap="none" spc="0" normalizeH="0" baseline="0" noProof="0">
                <a:ln>
                  <a:noFill/>
                </a:ln>
                <a:solidFill>
                  <a:srgbClr val="0F62FE"/>
                </a:solidFill>
                <a:effectLst/>
                <a:uLnTx/>
                <a:uFillTx/>
                <a:latin typeface="IBM Plex Sans Light"/>
                <a:ea typeface="+mn-ea"/>
                <a:cs typeface="+mn-cs"/>
              </a:rPr>
              <a:t>Headless agents </a:t>
            </a:r>
            <a:r>
              <a:rPr kumimoji="0" lang="en-IN" sz="8000" b="0" i="0" u="none" strike="noStrike" kern="1200" cap="none" spc="0" normalizeH="0" baseline="0" noProof="0">
                <a:ln>
                  <a:noFill/>
                </a:ln>
                <a:solidFill>
                  <a:srgbClr val="000000"/>
                </a:solidFill>
                <a:effectLst/>
                <a:uLnTx/>
                <a:uFillTx/>
                <a:latin typeface="IBM Plex Sans Light"/>
                <a:ea typeface="+mn-ea"/>
                <a:cs typeface="+mn-cs"/>
              </a:rPr>
              <a:t>are AI systems that operate </a:t>
            </a:r>
            <a:r>
              <a:rPr kumimoji="0" lang="en-IN" sz="8000" b="0" i="0" u="none" strike="noStrike" kern="1200" cap="none" spc="0" normalizeH="0" baseline="0" noProof="0">
                <a:ln>
                  <a:noFill/>
                </a:ln>
                <a:solidFill>
                  <a:srgbClr val="0F62FE"/>
                </a:solidFill>
                <a:effectLst/>
                <a:uLnTx/>
                <a:uFillTx/>
                <a:latin typeface="IBM Plex Sans Light"/>
                <a:ea typeface="+mn-ea"/>
                <a:cs typeface="+mn-cs"/>
              </a:rPr>
              <a:t>autonomously without a user-facing interface</a:t>
            </a:r>
            <a:r>
              <a:rPr kumimoji="0" lang="en-IN" sz="8000" b="0" i="0" u="none" strike="noStrike" kern="1200" cap="none" spc="0" normalizeH="0" baseline="0" noProof="0">
                <a:ln>
                  <a:noFill/>
                </a:ln>
                <a:solidFill>
                  <a:srgbClr val="000000"/>
                </a:solidFill>
                <a:effectLst/>
                <a:uLnTx/>
                <a:uFillTx/>
                <a:latin typeface="IBM Plex Sans Light"/>
                <a:ea typeface="+mn-ea"/>
                <a:cs typeface="+mn-cs"/>
              </a:rPr>
              <a:t> driving their execution. </a:t>
            </a:r>
            <a:endParaRPr kumimoji="0" lang="en-US" sz="8800" b="0" i="0" u="none" strike="noStrike" kern="1200" cap="none" spc="0" normalizeH="0" baseline="0" noProof="0">
              <a:ln>
                <a:noFill/>
              </a:ln>
              <a:solidFill>
                <a:srgbClr val="000000"/>
              </a:solidFill>
              <a:effectLst/>
              <a:uLnTx/>
              <a:uFillTx/>
              <a:latin typeface="IBM Plex Sans Light" panose="020B0403050203000203" pitchFamily="34" charset="0"/>
              <a:ea typeface="+mj-lt"/>
              <a:cs typeface="+mj-lt"/>
            </a:endParaRPr>
          </a:p>
        </p:txBody>
      </p:sp>
    </p:spTree>
    <p:extLst>
      <p:ext uri="{BB962C8B-B14F-4D97-AF65-F5344CB8AC3E}">
        <p14:creationId xmlns:p14="http://schemas.microsoft.com/office/powerpoint/2010/main" val="1778116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a:extLst>
            <a:ext uri="{FF2B5EF4-FFF2-40B4-BE49-F238E27FC236}">
              <a16:creationId xmlns:a16="http://schemas.microsoft.com/office/drawing/2014/main" id="{F06FE303-657B-10BE-010A-394A8741EDE7}"/>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5D672720-3C48-67FC-8F56-050C8DDCEF96}"/>
              </a:ext>
            </a:extLst>
          </p:cNvPr>
          <p:cNvPicPr>
            <a:picLocks noChangeAspect="1"/>
          </p:cNvPicPr>
          <p:nvPr/>
        </p:nvPicPr>
        <p:blipFill>
          <a:blip r:embed="rId2"/>
          <a:stretch>
            <a:fillRect/>
          </a:stretch>
        </p:blipFill>
        <p:spPr>
          <a:xfrm>
            <a:off x="730924" y="2242142"/>
            <a:ext cx="8794291" cy="8525991"/>
          </a:xfrm>
          <a:prstGeom prst="rect">
            <a:avLst/>
          </a:prstGeom>
        </p:spPr>
      </p:pic>
      <p:sp>
        <p:nvSpPr>
          <p:cNvPr id="4" name="Text Placeholder 3">
            <a:extLst>
              <a:ext uri="{FF2B5EF4-FFF2-40B4-BE49-F238E27FC236}">
                <a16:creationId xmlns:a16="http://schemas.microsoft.com/office/drawing/2014/main" id="{94842F07-D324-C44E-7A5E-8CE401683500}"/>
              </a:ext>
            </a:extLst>
          </p:cNvPr>
          <p:cNvSpPr>
            <a:spLocks noGrp="1"/>
          </p:cNvSpPr>
          <p:nvPr>
            <p:ph type="body" sz="quarter" idx="11"/>
          </p:nvPr>
        </p:nvSpPr>
        <p:spPr>
          <a:xfrm>
            <a:off x="11631512" y="4102803"/>
            <a:ext cx="10642611" cy="2504305"/>
          </a:xfrm>
        </p:spPr>
        <p:txBody>
          <a:bodyPr/>
          <a:lstStyle/>
          <a:p>
            <a:r>
              <a:rPr lang="en-IN" sz="3600">
                <a:latin typeface="+mn-lt"/>
              </a:rPr>
              <a:t>It constantly monitors your body, detects threats autonomously, and responds immediately — </a:t>
            </a:r>
            <a:r>
              <a:rPr lang="en-IN" sz="3600" b="1">
                <a:solidFill>
                  <a:schemeClr val="accent1"/>
                </a:solidFill>
                <a:latin typeface="IBM Plex Sans SmBld" panose="020B0503050203000203" pitchFamily="34" charset="0"/>
              </a:rPr>
              <a:t>without you consciously deciding</a:t>
            </a:r>
            <a:r>
              <a:rPr lang="en-IN" sz="3600" b="1"/>
              <a:t> </a:t>
            </a:r>
            <a:r>
              <a:rPr lang="en-IN" sz="3600">
                <a:latin typeface="+mn-lt"/>
              </a:rPr>
              <a:t>to fight each infection.</a:t>
            </a:r>
            <a:endParaRPr lang="en-US" sz="3600">
              <a:latin typeface="+mn-lt"/>
              <a:ea typeface="+mj-lt"/>
              <a:cs typeface="+mj-lt"/>
            </a:endParaRPr>
          </a:p>
        </p:txBody>
      </p:sp>
      <p:sp>
        <p:nvSpPr>
          <p:cNvPr id="17" name="Slide Number Placeholder 16">
            <a:extLst>
              <a:ext uri="{FF2B5EF4-FFF2-40B4-BE49-F238E27FC236}">
                <a16:creationId xmlns:a16="http://schemas.microsoft.com/office/drawing/2014/main" id="{6B604D2B-342A-0ABD-C981-C021B775AC55}"/>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 name="Text Placeholder 36">
            <a:extLst>
              <a:ext uri="{FF2B5EF4-FFF2-40B4-BE49-F238E27FC236}">
                <a16:creationId xmlns:a16="http://schemas.microsoft.com/office/drawing/2014/main" id="{EC1DB229-2D77-3B04-3381-F17D6384EA89}"/>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F62FE"/>
                </a:solidFill>
                <a:effectLst/>
                <a:uLnTx/>
                <a:uFillTx/>
                <a:latin typeface="IBM Plex Sans Light"/>
                <a:ea typeface="+mj-ea"/>
                <a:cs typeface="+mj-cs"/>
                <a:sym typeface="IBM Plex Sans Light"/>
              </a:rPr>
              <a:t>Analogy</a:t>
            </a:r>
          </a:p>
        </p:txBody>
      </p:sp>
      <p:sp>
        <p:nvSpPr>
          <p:cNvPr id="3" name="Title 1">
            <a:extLst>
              <a:ext uri="{FF2B5EF4-FFF2-40B4-BE49-F238E27FC236}">
                <a16:creationId xmlns:a16="http://schemas.microsoft.com/office/drawing/2014/main" id="{5805D111-9EAA-E804-A3DC-F693A90BCAB4}"/>
              </a:ext>
            </a:extLst>
          </p:cNvPr>
          <p:cNvSpPr>
            <a:spLocks noGrp="1"/>
          </p:cNvSpPr>
          <p:nvPr>
            <p:ph type="title"/>
          </p:nvPr>
        </p:nvSpPr>
        <p:spPr>
          <a:xfrm>
            <a:off x="11631512" y="2505518"/>
            <a:ext cx="8991674" cy="947625"/>
          </a:xfrm>
        </p:spPr>
        <p:txBody>
          <a:bodyPr/>
          <a:lstStyle/>
          <a:p>
            <a:r>
              <a:rPr lang="en-US" sz="6600">
                <a:solidFill>
                  <a:schemeClr val="tx1"/>
                </a:solidFill>
                <a:latin typeface="IBM Plex Sans Light" panose="020B0403050203000203" pitchFamily="34" charset="0"/>
              </a:rPr>
              <a:t>Immune system</a:t>
            </a:r>
            <a:endParaRPr lang="en-US" sz="6400"/>
          </a:p>
        </p:txBody>
      </p:sp>
      <p:sp>
        <p:nvSpPr>
          <p:cNvPr id="5" name="Text Placeholder 6">
            <a:extLst>
              <a:ext uri="{FF2B5EF4-FFF2-40B4-BE49-F238E27FC236}">
                <a16:creationId xmlns:a16="http://schemas.microsoft.com/office/drawing/2014/main" id="{08843C5E-DE30-ED71-F451-2F5F7CDE7E8A}"/>
              </a:ext>
            </a:extLst>
          </p:cNvPr>
          <p:cNvSpPr txBox="1">
            <a:spLocks/>
          </p:cNvSpPr>
          <p:nvPr/>
        </p:nvSpPr>
        <p:spPr>
          <a:xfrm>
            <a:off x="11631512" y="7256768"/>
            <a:ext cx="10882471" cy="34811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Monitors our body functions continuously</a:t>
            </a:r>
          </a:p>
          <a:p>
            <a:pPr marL="457200" marR="0" lvl="0" indent="-4572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Detects threats automatically</a:t>
            </a:r>
          </a:p>
          <a:p>
            <a:pPr marL="457200" marR="0" lvl="0" indent="-4572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Responds without conscious thought</a:t>
            </a:r>
          </a:p>
          <a:p>
            <a:pPr marL="457200" marR="0" lvl="0" indent="-4572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Escalates when overwhelmed</a:t>
            </a:r>
          </a:p>
          <a:p>
            <a:pPr marL="457200" marR="0" lvl="0" indent="-4572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Learns from past encounters</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GB" sz="3600" b="0"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GB" sz="3600" b="0"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RO" sz="3600" b="0"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endParaRPr kumimoji="0" lang="en-RO" sz="3600" b="0"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Tree>
    <p:extLst>
      <p:ext uri="{BB962C8B-B14F-4D97-AF65-F5344CB8AC3E}">
        <p14:creationId xmlns:p14="http://schemas.microsoft.com/office/powerpoint/2010/main" val="17265956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A5102-E23E-A69A-1F42-A78299A0C4DE}"/>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A4FB5EC-355F-4CC8-7C86-4F8C54A7A0A2}"/>
              </a:ext>
            </a:extLst>
          </p:cNvPr>
          <p:cNvSpPr/>
          <p:nvPr/>
        </p:nvSpPr>
        <p:spPr bwMode="auto">
          <a:xfrm>
            <a:off x="0" y="0"/>
            <a:ext cx="24387175"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80A51434-DA7F-6C57-6664-ACA5E449A6D6}"/>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6" name="Text Placeholder 36">
            <a:extLst>
              <a:ext uri="{FF2B5EF4-FFF2-40B4-BE49-F238E27FC236}">
                <a16:creationId xmlns:a16="http://schemas.microsoft.com/office/drawing/2014/main" id="{31A7D453-D016-D7B5-7915-391B4463AE32}"/>
              </a:ext>
            </a:extLst>
          </p:cNvPr>
          <p:cNvSpPr>
            <a:spLocks noGrp="1"/>
          </p:cNvSpPr>
          <p:nvPr>
            <p:ph type="body" sz="quarter" idx="21"/>
          </p:nvPr>
        </p:nvSpPr>
        <p:spPr>
          <a:xfrm>
            <a:off x="576000" y="576072"/>
            <a:ext cx="4961128" cy="462153"/>
          </a:xfrm>
        </p:spPr>
        <p:txBody>
          <a:bodyPr/>
          <a:lstStyle/>
          <a:p>
            <a:r>
              <a:rPr lang="en-US">
                <a:solidFill>
                  <a:srgbClr val="0F62FE"/>
                </a:solidFill>
              </a:rPr>
              <a:t>Analogy</a:t>
            </a:r>
            <a:endParaRPr lang="en-US" sz="2800">
              <a:solidFill>
                <a:schemeClr val="accent1"/>
              </a:solidFill>
              <a:effectLst/>
            </a:endParaRPr>
          </a:p>
        </p:txBody>
      </p:sp>
      <p:pic>
        <p:nvPicPr>
          <p:cNvPr id="30" name="Picture 29">
            <a:extLst>
              <a:ext uri="{FF2B5EF4-FFF2-40B4-BE49-F238E27FC236}">
                <a16:creationId xmlns:a16="http://schemas.microsoft.com/office/drawing/2014/main" id="{FBE9AB98-A2BA-820E-F23E-34DA81CD839F}"/>
              </a:ext>
            </a:extLst>
          </p:cNvPr>
          <p:cNvPicPr>
            <a:picLocks noChangeAspect="1"/>
          </p:cNvPicPr>
          <p:nvPr/>
        </p:nvPicPr>
        <p:blipFill>
          <a:blip r:embed="rId2"/>
          <a:stretch>
            <a:fillRect/>
          </a:stretch>
        </p:blipFill>
        <p:spPr>
          <a:xfrm>
            <a:off x="2065252" y="3342566"/>
            <a:ext cx="7780495" cy="7546335"/>
          </a:xfrm>
          <a:prstGeom prst="rect">
            <a:avLst/>
          </a:prstGeom>
        </p:spPr>
      </p:pic>
      <p:sp>
        <p:nvSpPr>
          <p:cNvPr id="4" name="Text Placeholder 6">
            <a:extLst>
              <a:ext uri="{FF2B5EF4-FFF2-40B4-BE49-F238E27FC236}">
                <a16:creationId xmlns:a16="http://schemas.microsoft.com/office/drawing/2014/main" id="{1553A8C7-E435-ED5D-3AC3-3A0EBE705AC8}"/>
              </a:ext>
            </a:extLst>
          </p:cNvPr>
          <p:cNvSpPr txBox="1">
            <a:spLocks/>
          </p:cNvSpPr>
          <p:nvPr/>
        </p:nvSpPr>
        <p:spPr>
          <a:xfrm>
            <a:off x="12193587" y="6128216"/>
            <a:ext cx="8747283" cy="915352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indent="-571500">
              <a:buFont typeface="Arial" panose="020B0604020202020204" pitchFamily="34" charset="0"/>
              <a:buChar char="•"/>
            </a:pPr>
            <a:r>
              <a:rPr lang="en-IN" sz="3600" kern="0"/>
              <a:t>Monitors systems continuously</a:t>
            </a:r>
          </a:p>
          <a:p>
            <a:pPr marL="457200" indent="-457200">
              <a:buFont typeface="Arial" panose="020B0604020202020204" pitchFamily="34" charset="0"/>
              <a:buChar char="•"/>
            </a:pPr>
            <a:r>
              <a:rPr lang="en-IN" sz="3600" kern="0"/>
              <a:t>Detects anomalies automatically</a:t>
            </a:r>
          </a:p>
          <a:p>
            <a:pPr marL="457200" indent="-457200">
              <a:buFont typeface="Arial" panose="020B0604020202020204" pitchFamily="34" charset="0"/>
              <a:buChar char="•"/>
            </a:pPr>
            <a:r>
              <a:rPr lang="en-IN" sz="3600" kern="0"/>
              <a:t>Responds without user prompts</a:t>
            </a:r>
          </a:p>
          <a:p>
            <a:pPr marL="457200" indent="-457200">
              <a:buFont typeface="Arial" panose="020B0604020202020204" pitchFamily="34" charset="0"/>
              <a:buChar char="•"/>
            </a:pPr>
            <a:r>
              <a:rPr lang="en-IN" sz="3600" kern="0"/>
              <a:t>Escalates complex issues</a:t>
            </a:r>
          </a:p>
          <a:p>
            <a:pPr marL="457200" indent="-457200">
              <a:buFont typeface="Arial" panose="020B0604020202020204" pitchFamily="34" charset="0"/>
              <a:buChar char="•"/>
            </a:pPr>
            <a:r>
              <a:rPr lang="en-IN" sz="3600" kern="0"/>
              <a:t>Learns from patterns</a:t>
            </a:r>
          </a:p>
          <a:p>
            <a:pPr marL="457200" indent="-457200">
              <a:buFont typeface="Arial" panose="020B0604020202020204" pitchFamily="34" charset="0"/>
              <a:buChar char="•"/>
            </a:pPr>
            <a:endParaRPr lang="en-GB" sz="3600" kern="0"/>
          </a:p>
          <a:p>
            <a:pPr marL="571500" indent="-571500">
              <a:buFont typeface="Arial" panose="020B0604020202020204" pitchFamily="34" charset="0"/>
              <a:buChar char="•"/>
            </a:pPr>
            <a:endParaRPr lang="en-GB" sz="3600" kern="0"/>
          </a:p>
          <a:p>
            <a:pPr marL="571500" indent="-571500">
              <a:buFont typeface="Arial" panose="020B0604020202020204" pitchFamily="34" charset="0"/>
              <a:buChar char="•"/>
            </a:pPr>
            <a:endParaRPr lang="en-RO" sz="3600" kern="0"/>
          </a:p>
          <a:p>
            <a:pPr marL="571500" indent="-571500">
              <a:buFont typeface="Arial" panose="020B0604020202020204" pitchFamily="34" charset="0"/>
              <a:buChar char="•"/>
            </a:pPr>
            <a:endParaRPr lang="en-RO" sz="3600" kern="0"/>
          </a:p>
        </p:txBody>
      </p:sp>
      <p:sp>
        <p:nvSpPr>
          <p:cNvPr id="5" name="Title 1">
            <a:extLst>
              <a:ext uri="{FF2B5EF4-FFF2-40B4-BE49-F238E27FC236}">
                <a16:creationId xmlns:a16="http://schemas.microsoft.com/office/drawing/2014/main" id="{7BA200C5-A501-C79F-B4AD-1C2A3C2FED8E}"/>
              </a:ext>
            </a:extLst>
          </p:cNvPr>
          <p:cNvSpPr>
            <a:spLocks noGrp="1"/>
          </p:cNvSpPr>
          <p:nvPr>
            <p:ph type="title"/>
          </p:nvPr>
        </p:nvSpPr>
        <p:spPr>
          <a:xfrm>
            <a:off x="12193587" y="4562475"/>
            <a:ext cx="8991674" cy="947625"/>
          </a:xfrm>
        </p:spPr>
        <p:txBody>
          <a:bodyPr/>
          <a:lstStyle/>
          <a:p>
            <a:r>
              <a:rPr lang="en-US" sz="6600">
                <a:solidFill>
                  <a:schemeClr val="tx1"/>
                </a:solidFill>
                <a:latin typeface="IBM Plex Sans Light" panose="020B0403050203000203" pitchFamily="34" charset="0"/>
              </a:rPr>
              <a:t>Headless AI agents</a:t>
            </a:r>
            <a:endParaRPr lang="en-US" sz="6400"/>
          </a:p>
        </p:txBody>
      </p:sp>
    </p:spTree>
    <p:extLst>
      <p:ext uri="{BB962C8B-B14F-4D97-AF65-F5344CB8AC3E}">
        <p14:creationId xmlns:p14="http://schemas.microsoft.com/office/powerpoint/2010/main" val="1878760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EDF5FF"/>
        </a:solidFill>
        <a:effectLst/>
      </p:bgPr>
    </p:bg>
    <p:spTree>
      <p:nvGrpSpPr>
        <p:cNvPr id="1" name="">
          <a:extLst>
            <a:ext uri="{FF2B5EF4-FFF2-40B4-BE49-F238E27FC236}">
              <a16:creationId xmlns:a16="http://schemas.microsoft.com/office/drawing/2014/main" id="{C5DFA3A6-F40E-7AB7-036B-B2E736D41B66}"/>
            </a:ext>
          </a:extLst>
        </p:cNvPr>
        <p:cNvGrpSpPr/>
        <p:nvPr/>
      </p:nvGrpSpPr>
      <p:grpSpPr>
        <a:xfrm>
          <a:off x="0" y="0"/>
          <a:ext cx="0" cy="0"/>
          <a:chOff x="0" y="0"/>
          <a:chExt cx="0" cy="0"/>
        </a:xfrm>
      </p:grpSpPr>
      <p:sp>
        <p:nvSpPr>
          <p:cNvPr id="22" name="Title 2">
            <a:extLst>
              <a:ext uri="{FF2B5EF4-FFF2-40B4-BE49-F238E27FC236}">
                <a16:creationId xmlns:a16="http://schemas.microsoft.com/office/drawing/2014/main" id="{296BFC91-433F-6F2D-11D7-6A03A1379E66}"/>
              </a:ext>
            </a:extLst>
          </p:cNvPr>
          <p:cNvSpPr>
            <a:spLocks noGrp="1"/>
          </p:cNvSpPr>
          <p:nvPr>
            <p:ph type="title"/>
          </p:nvPr>
        </p:nvSpPr>
        <p:spPr>
          <a:xfrm>
            <a:off x="1106391" y="6330303"/>
            <a:ext cx="7700573" cy="1055394"/>
          </a:xfrm>
        </p:spPr>
        <p:txBody>
          <a:bodyPr/>
          <a:lstStyle/>
          <a:p>
            <a:r>
              <a:rPr lang="en-US" sz="7200" b="1"/>
              <a:t>Key characteristics</a:t>
            </a:r>
          </a:p>
        </p:txBody>
      </p:sp>
      <p:sp>
        <p:nvSpPr>
          <p:cNvPr id="3" name="Oval 2">
            <a:extLst>
              <a:ext uri="{FF2B5EF4-FFF2-40B4-BE49-F238E27FC236}">
                <a16:creationId xmlns:a16="http://schemas.microsoft.com/office/drawing/2014/main" id="{563B799B-DAAE-1206-A80C-6115ED6B72C3}"/>
              </a:ext>
            </a:extLst>
          </p:cNvPr>
          <p:cNvSpPr/>
          <p:nvPr/>
        </p:nvSpPr>
        <p:spPr bwMode="auto">
          <a:xfrm>
            <a:off x="9092243" y="6858000"/>
            <a:ext cx="335823" cy="335823"/>
          </a:xfrm>
          <a:prstGeom prst="ellipse">
            <a:avLst/>
          </a:prstGeom>
          <a:solidFill>
            <a:schemeClr val="accent3">
              <a:lumMod val="60000"/>
              <a:lumOff val="40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24" name="Rectangle 23">
            <a:extLst>
              <a:ext uri="{FF2B5EF4-FFF2-40B4-BE49-F238E27FC236}">
                <a16:creationId xmlns:a16="http://schemas.microsoft.com/office/drawing/2014/main" id="{F5107EFB-EA6E-A6CB-F3F0-89B7FBF326E2}"/>
              </a:ext>
            </a:extLst>
          </p:cNvPr>
          <p:cNvSpPr/>
          <p:nvPr/>
        </p:nvSpPr>
        <p:spPr bwMode="auto">
          <a:xfrm>
            <a:off x="133350" y="11963400"/>
            <a:ext cx="24253826" cy="1710072"/>
          </a:xfrm>
          <a:prstGeom prst="rect">
            <a:avLst/>
          </a:prstGeom>
          <a:solidFill>
            <a:srgbClr val="ED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 name="TextBox 3">
            <a:extLst>
              <a:ext uri="{FF2B5EF4-FFF2-40B4-BE49-F238E27FC236}">
                <a16:creationId xmlns:a16="http://schemas.microsoft.com/office/drawing/2014/main" id="{9A180A29-82DE-3C9E-5307-2304DC0140EE}"/>
              </a:ext>
            </a:extLst>
          </p:cNvPr>
          <p:cNvSpPr txBox="1"/>
          <p:nvPr/>
        </p:nvSpPr>
        <p:spPr>
          <a:xfrm>
            <a:off x="3208421" y="354530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 name="TextBox 1">
            <a:extLst>
              <a:ext uri="{FF2B5EF4-FFF2-40B4-BE49-F238E27FC236}">
                <a16:creationId xmlns:a16="http://schemas.microsoft.com/office/drawing/2014/main" id="{E51406F5-2D2B-720C-D50B-334B1A5F4EC6}"/>
              </a:ext>
            </a:extLst>
          </p:cNvPr>
          <p:cNvSpPr txBox="1"/>
          <p:nvPr/>
        </p:nvSpPr>
        <p:spPr>
          <a:xfrm>
            <a:off x="22966326" y="1460913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33331982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9"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dissolve">
                                      <p:cBhvr>
                                        <p:cTn id="1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E3CA18-C9FE-A666-906B-50C788BA019D}"/>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C9B8E3CC-74ED-163A-5F5D-1FE9DA9E2B86}"/>
              </a:ext>
            </a:extLst>
          </p:cNvPr>
          <p:cNvSpPr/>
          <p:nvPr/>
        </p:nvSpPr>
        <p:spPr bwMode="auto">
          <a:xfrm>
            <a:off x="0" y="0"/>
            <a:ext cx="24387175"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8CB29D52-936E-D34B-5032-D24717234744}"/>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 Placeholder 13">
            <a:extLst>
              <a:ext uri="{FF2B5EF4-FFF2-40B4-BE49-F238E27FC236}">
                <a16:creationId xmlns:a16="http://schemas.microsoft.com/office/drawing/2014/main" id="{B7F4CF89-E465-4353-EB28-1844831CF280}"/>
              </a:ext>
            </a:extLst>
          </p:cNvPr>
          <p:cNvSpPr txBox="1">
            <a:spLocks/>
          </p:cNvSpPr>
          <p:nvPr/>
        </p:nvSpPr>
        <p:spPr>
          <a:xfrm>
            <a:off x="576000" y="4109647"/>
            <a:ext cx="10731338" cy="239285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Triggered by webhooks, </a:t>
            </a:r>
            <a:r>
              <a:rPr kumimoji="0" lang="en-IN" sz="3600" b="0" i="0" u="none" strike="noStrike" kern="1200" cap="none" spc="0" normalizeH="0" baseline="0" noProof="0" err="1">
                <a:ln>
                  <a:noFill/>
                </a:ln>
                <a:solidFill>
                  <a:srgbClr val="000000"/>
                </a:solidFill>
                <a:effectLst/>
                <a:uLnTx/>
                <a:uFillTx/>
                <a:latin typeface="IBM Plex Sans Light"/>
                <a:ea typeface="+mj-ea"/>
                <a:cs typeface="+mj-cs"/>
                <a:sym typeface="IBM Plex Sans Light"/>
              </a:rPr>
              <a:t>cron</a:t>
            </a: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 schedules, database changes, or queue messages—not user prompts.</a:t>
            </a:r>
          </a:p>
        </p:txBody>
      </p:sp>
      <p:sp>
        <p:nvSpPr>
          <p:cNvPr id="26" name="Text Placeholder 36">
            <a:extLst>
              <a:ext uri="{FF2B5EF4-FFF2-40B4-BE49-F238E27FC236}">
                <a16:creationId xmlns:a16="http://schemas.microsoft.com/office/drawing/2014/main" id="{A4210867-C270-438B-09B3-FBA9A368089C}"/>
              </a:ext>
            </a:extLst>
          </p:cNvPr>
          <p:cNvSpPr>
            <a:spLocks noGrp="1"/>
          </p:cNvSpPr>
          <p:nvPr>
            <p:ph type="body" sz="quarter" idx="21"/>
          </p:nvPr>
        </p:nvSpPr>
        <p:spPr>
          <a:xfrm>
            <a:off x="576000" y="576072"/>
            <a:ext cx="4961128" cy="462153"/>
          </a:xfrm>
        </p:spPr>
        <p:txBody>
          <a:bodyPr/>
          <a:lstStyle/>
          <a:p>
            <a:r>
              <a:rPr lang="en-US" sz="2800">
                <a:solidFill>
                  <a:schemeClr val="accent1"/>
                </a:solidFill>
                <a:effectLst/>
              </a:rPr>
              <a:t>Key Characteristics </a:t>
            </a:r>
          </a:p>
        </p:txBody>
      </p:sp>
      <p:sp>
        <p:nvSpPr>
          <p:cNvPr id="27" name="Title 1">
            <a:extLst>
              <a:ext uri="{FF2B5EF4-FFF2-40B4-BE49-F238E27FC236}">
                <a16:creationId xmlns:a16="http://schemas.microsoft.com/office/drawing/2014/main" id="{506102DF-8BCC-2DBE-460F-37AE83691CA8}"/>
              </a:ext>
            </a:extLst>
          </p:cNvPr>
          <p:cNvSpPr>
            <a:spLocks noGrp="1"/>
          </p:cNvSpPr>
          <p:nvPr>
            <p:ph type="title"/>
          </p:nvPr>
        </p:nvSpPr>
        <p:spPr>
          <a:xfrm>
            <a:off x="576072" y="2587752"/>
            <a:ext cx="5715000" cy="1238279"/>
          </a:xfrm>
        </p:spPr>
        <p:txBody>
          <a:bodyPr/>
          <a:lstStyle/>
          <a:p>
            <a:r>
              <a:rPr lang="en-US" sz="6400"/>
              <a:t>Event Driven</a:t>
            </a:r>
          </a:p>
        </p:txBody>
      </p:sp>
      <p:sp>
        <p:nvSpPr>
          <p:cNvPr id="28" name="Text Placeholder 13">
            <a:extLst>
              <a:ext uri="{FF2B5EF4-FFF2-40B4-BE49-F238E27FC236}">
                <a16:creationId xmlns:a16="http://schemas.microsoft.com/office/drawing/2014/main" id="{E45D1382-B1F9-59FE-8EB4-731ECA46B2BE}"/>
              </a:ext>
            </a:extLst>
          </p:cNvPr>
          <p:cNvSpPr txBox="1">
            <a:spLocks/>
          </p:cNvSpPr>
          <p:nvPr/>
        </p:nvSpPr>
        <p:spPr>
          <a:xfrm>
            <a:off x="576000" y="6100704"/>
            <a:ext cx="9780112" cy="44878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A network monitoring agent triggers when CPU usage exceeds 85% (threshold event), immediately </a:t>
            </a:r>
            <a:r>
              <a:rPr kumimoji="0" lang="en-IN" sz="3600" b="0" i="1" u="none" strike="noStrike" kern="1200" cap="none" spc="0" normalizeH="0" baseline="0" noProof="0" err="1">
                <a:ln>
                  <a:noFill/>
                </a:ln>
                <a:solidFill>
                  <a:srgbClr val="000000"/>
                </a:solidFill>
                <a:effectLst/>
                <a:uLnTx/>
                <a:uFillTx/>
                <a:latin typeface="IBM Plex Sans Light" panose="020B0403050203000203" pitchFamily="34" charset="0"/>
                <a:ea typeface="+mj-ea"/>
                <a:cs typeface="+mj-cs"/>
                <a:sym typeface="IBM Plex Sans Light"/>
              </a:rPr>
              <a:t>analyzes</a:t>
            </a: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 traffic patterns, identifies the source of load, redistributes traffic to other servers, and logs the action—no engineer intervention required unless auto-recovery fails.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endParaRPr>
          </a:p>
        </p:txBody>
      </p:sp>
      <p:pic>
        <p:nvPicPr>
          <p:cNvPr id="30" name="Picture 29">
            <a:extLst>
              <a:ext uri="{FF2B5EF4-FFF2-40B4-BE49-F238E27FC236}">
                <a16:creationId xmlns:a16="http://schemas.microsoft.com/office/drawing/2014/main" id="{F34D13B8-210D-6735-E165-1266B68E304F}"/>
              </a:ext>
            </a:extLst>
          </p:cNvPr>
          <p:cNvPicPr>
            <a:picLocks noChangeAspect="1"/>
          </p:cNvPicPr>
          <p:nvPr/>
        </p:nvPicPr>
        <p:blipFill>
          <a:blip r:embed="rId2"/>
          <a:stretch>
            <a:fillRect/>
          </a:stretch>
        </p:blipFill>
        <p:spPr>
          <a:xfrm>
            <a:off x="13636144" y="2773624"/>
            <a:ext cx="8422225" cy="8168751"/>
          </a:xfrm>
          <a:prstGeom prst="rect">
            <a:avLst/>
          </a:prstGeom>
        </p:spPr>
      </p:pic>
    </p:spTree>
    <p:extLst>
      <p:ext uri="{BB962C8B-B14F-4D97-AF65-F5344CB8AC3E}">
        <p14:creationId xmlns:p14="http://schemas.microsoft.com/office/powerpoint/2010/main" val="275000568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5D34E3-2405-054B-B143-65B1EF43AF7B}"/>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5702B757-3622-43DB-55C0-BEE46C2161FB}"/>
              </a:ext>
            </a:extLst>
          </p:cNvPr>
          <p:cNvSpPr/>
          <p:nvPr/>
        </p:nvSpPr>
        <p:spPr bwMode="auto">
          <a:xfrm>
            <a:off x="0" y="0"/>
            <a:ext cx="24387175"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B580413A-400A-3711-806D-10AF356635E6}"/>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 Placeholder 13">
            <a:extLst>
              <a:ext uri="{FF2B5EF4-FFF2-40B4-BE49-F238E27FC236}">
                <a16:creationId xmlns:a16="http://schemas.microsoft.com/office/drawing/2014/main" id="{D308BA83-1237-E6B2-95B9-61E6EBF98D3F}"/>
              </a:ext>
            </a:extLst>
          </p:cNvPr>
          <p:cNvSpPr txBox="1">
            <a:spLocks/>
          </p:cNvSpPr>
          <p:nvPr/>
        </p:nvSpPr>
        <p:spPr>
          <a:xfrm>
            <a:off x="576000" y="4077822"/>
            <a:ext cx="10731338" cy="239285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Operates continuously in the background, completing tasks without human supervision.</a:t>
            </a:r>
            <a:endParaRPr kumimoji="0" lang="en-US"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26" name="Text Placeholder 36">
            <a:extLst>
              <a:ext uri="{FF2B5EF4-FFF2-40B4-BE49-F238E27FC236}">
                <a16:creationId xmlns:a16="http://schemas.microsoft.com/office/drawing/2014/main" id="{BCEA7F40-9ECD-3149-CF38-BE031ACF549D}"/>
              </a:ext>
            </a:extLst>
          </p:cNvPr>
          <p:cNvSpPr>
            <a:spLocks noGrp="1"/>
          </p:cNvSpPr>
          <p:nvPr>
            <p:ph type="body" sz="quarter" idx="21"/>
          </p:nvPr>
        </p:nvSpPr>
        <p:spPr>
          <a:xfrm>
            <a:off x="576000" y="576072"/>
            <a:ext cx="4961128" cy="462153"/>
          </a:xfrm>
        </p:spPr>
        <p:txBody>
          <a:bodyPr/>
          <a:lstStyle/>
          <a:p>
            <a:r>
              <a:rPr lang="en-US" sz="2800">
                <a:solidFill>
                  <a:schemeClr val="accent1"/>
                </a:solidFill>
                <a:effectLst/>
              </a:rPr>
              <a:t>Key Characteristics </a:t>
            </a:r>
          </a:p>
        </p:txBody>
      </p:sp>
      <p:sp>
        <p:nvSpPr>
          <p:cNvPr id="27" name="Title 1">
            <a:extLst>
              <a:ext uri="{FF2B5EF4-FFF2-40B4-BE49-F238E27FC236}">
                <a16:creationId xmlns:a16="http://schemas.microsoft.com/office/drawing/2014/main" id="{4C28D797-F24B-9FAA-560F-0B1551B66A9A}"/>
              </a:ext>
            </a:extLst>
          </p:cNvPr>
          <p:cNvSpPr>
            <a:spLocks noGrp="1"/>
          </p:cNvSpPr>
          <p:nvPr>
            <p:ph type="title"/>
          </p:nvPr>
        </p:nvSpPr>
        <p:spPr>
          <a:xfrm>
            <a:off x="576072" y="2555927"/>
            <a:ext cx="5715000" cy="1238279"/>
          </a:xfrm>
        </p:spPr>
        <p:txBody>
          <a:bodyPr/>
          <a:lstStyle/>
          <a:p>
            <a:r>
              <a:rPr lang="en-US" sz="6600">
                <a:solidFill>
                  <a:srgbClr val="000000"/>
                </a:solidFill>
              </a:rPr>
              <a:t>Autonomous</a:t>
            </a:r>
            <a:endParaRPr lang="en-US" sz="6400"/>
          </a:p>
        </p:txBody>
      </p:sp>
      <p:sp>
        <p:nvSpPr>
          <p:cNvPr id="28" name="Text Placeholder 13">
            <a:extLst>
              <a:ext uri="{FF2B5EF4-FFF2-40B4-BE49-F238E27FC236}">
                <a16:creationId xmlns:a16="http://schemas.microsoft.com/office/drawing/2014/main" id="{B8D6ECB7-FAEB-A5FB-50BA-A89AD9C4F09A}"/>
              </a:ext>
            </a:extLst>
          </p:cNvPr>
          <p:cNvSpPr txBox="1">
            <a:spLocks/>
          </p:cNvSpPr>
          <p:nvPr/>
        </p:nvSpPr>
        <p:spPr>
          <a:xfrm>
            <a:off x="576000" y="6068879"/>
            <a:ext cx="9460097" cy="4873496"/>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A security compliance agent continuously monitors employee access permissions across 50+ applications, detects when someone's role changes in HR system, automatically revokes unnecessary permissions, grants new ones based on role templates, and generates an audit report—operating 24/7 without security team involvement.</a:t>
            </a:r>
          </a:p>
        </p:txBody>
      </p:sp>
      <p:pic>
        <p:nvPicPr>
          <p:cNvPr id="3" name="Picture 2">
            <a:extLst>
              <a:ext uri="{FF2B5EF4-FFF2-40B4-BE49-F238E27FC236}">
                <a16:creationId xmlns:a16="http://schemas.microsoft.com/office/drawing/2014/main" id="{6AB0610A-B3A7-00AF-B05A-714F3E63BD50}"/>
              </a:ext>
            </a:extLst>
          </p:cNvPr>
          <p:cNvPicPr>
            <a:picLocks noChangeAspect="1"/>
          </p:cNvPicPr>
          <p:nvPr/>
        </p:nvPicPr>
        <p:blipFill>
          <a:blip r:embed="rId2"/>
          <a:stretch>
            <a:fillRect/>
          </a:stretch>
        </p:blipFill>
        <p:spPr>
          <a:xfrm>
            <a:off x="13636144" y="2773624"/>
            <a:ext cx="8422225" cy="8168751"/>
          </a:xfrm>
          <a:prstGeom prst="rect">
            <a:avLst/>
          </a:prstGeom>
        </p:spPr>
      </p:pic>
    </p:spTree>
    <p:extLst>
      <p:ext uri="{BB962C8B-B14F-4D97-AF65-F5344CB8AC3E}">
        <p14:creationId xmlns:p14="http://schemas.microsoft.com/office/powerpoint/2010/main" val="45740708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57EF33-E218-BA22-9EBD-B254B4BC0626}"/>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35FC76CE-E8AE-A0DE-4490-E03BFE7E05CC}"/>
              </a:ext>
            </a:extLst>
          </p:cNvPr>
          <p:cNvSpPr/>
          <p:nvPr/>
        </p:nvSpPr>
        <p:spPr bwMode="auto">
          <a:xfrm>
            <a:off x="0" y="0"/>
            <a:ext cx="24387175"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80276839-DCAD-0635-8FEB-EA56DAECBCD0}"/>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 Placeholder 13">
            <a:extLst>
              <a:ext uri="{FF2B5EF4-FFF2-40B4-BE49-F238E27FC236}">
                <a16:creationId xmlns:a16="http://schemas.microsoft.com/office/drawing/2014/main" id="{C3425E55-E4E3-CE9D-E37E-F5B35C4EC026}"/>
              </a:ext>
            </a:extLst>
          </p:cNvPr>
          <p:cNvSpPr txBox="1">
            <a:spLocks/>
          </p:cNvSpPr>
          <p:nvPr/>
        </p:nvSpPr>
        <p:spPr>
          <a:xfrm>
            <a:off x="576000" y="4438831"/>
            <a:ext cx="10731338" cy="140228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Output is actions (API calls, database writes, notifications) rather than conversational responses.</a:t>
            </a:r>
          </a:p>
        </p:txBody>
      </p:sp>
      <p:sp>
        <p:nvSpPr>
          <p:cNvPr id="26" name="Text Placeholder 36">
            <a:extLst>
              <a:ext uri="{FF2B5EF4-FFF2-40B4-BE49-F238E27FC236}">
                <a16:creationId xmlns:a16="http://schemas.microsoft.com/office/drawing/2014/main" id="{C2FCD643-BBA8-4434-CD90-C1056981772F}"/>
              </a:ext>
            </a:extLst>
          </p:cNvPr>
          <p:cNvSpPr>
            <a:spLocks noGrp="1"/>
          </p:cNvSpPr>
          <p:nvPr>
            <p:ph type="body" sz="quarter" idx="21"/>
          </p:nvPr>
        </p:nvSpPr>
        <p:spPr>
          <a:xfrm>
            <a:off x="576000" y="576072"/>
            <a:ext cx="4961128" cy="462153"/>
          </a:xfrm>
        </p:spPr>
        <p:txBody>
          <a:bodyPr/>
          <a:lstStyle/>
          <a:p>
            <a:r>
              <a:rPr lang="en-US" sz="2800">
                <a:solidFill>
                  <a:schemeClr val="accent1"/>
                </a:solidFill>
                <a:effectLst/>
              </a:rPr>
              <a:t>Key Characteristics </a:t>
            </a:r>
          </a:p>
        </p:txBody>
      </p:sp>
      <p:sp>
        <p:nvSpPr>
          <p:cNvPr id="27" name="Title 1">
            <a:extLst>
              <a:ext uri="{FF2B5EF4-FFF2-40B4-BE49-F238E27FC236}">
                <a16:creationId xmlns:a16="http://schemas.microsoft.com/office/drawing/2014/main" id="{F760618A-5DC5-B1E6-146A-F3B41DF4E809}"/>
              </a:ext>
            </a:extLst>
          </p:cNvPr>
          <p:cNvSpPr>
            <a:spLocks noGrp="1"/>
          </p:cNvSpPr>
          <p:nvPr>
            <p:ph type="title"/>
          </p:nvPr>
        </p:nvSpPr>
        <p:spPr>
          <a:xfrm>
            <a:off x="576072" y="2916936"/>
            <a:ext cx="7162874" cy="1238279"/>
          </a:xfrm>
        </p:spPr>
        <p:txBody>
          <a:bodyPr/>
          <a:lstStyle/>
          <a:p>
            <a:r>
              <a:rPr lang="en-IN" sz="6600"/>
              <a:t>Action Oriented</a:t>
            </a:r>
            <a:r>
              <a:rPr lang="en-US" sz="6600">
                <a:solidFill>
                  <a:srgbClr val="000000"/>
                </a:solidFill>
              </a:rPr>
              <a:t> </a:t>
            </a:r>
            <a:br>
              <a:rPr lang="en-US" sz="6600">
                <a:solidFill>
                  <a:srgbClr val="000000"/>
                </a:solidFill>
              </a:rPr>
            </a:br>
            <a:endParaRPr lang="en-US" sz="6400"/>
          </a:p>
        </p:txBody>
      </p:sp>
      <p:sp>
        <p:nvSpPr>
          <p:cNvPr id="28" name="Text Placeholder 13">
            <a:extLst>
              <a:ext uri="{FF2B5EF4-FFF2-40B4-BE49-F238E27FC236}">
                <a16:creationId xmlns:a16="http://schemas.microsoft.com/office/drawing/2014/main" id="{FA4F2498-050F-92AD-2A68-16321C87910D}"/>
              </a:ext>
            </a:extLst>
          </p:cNvPr>
          <p:cNvSpPr txBox="1">
            <a:spLocks/>
          </p:cNvSpPr>
          <p:nvPr/>
        </p:nvSpPr>
        <p:spPr>
          <a:xfrm>
            <a:off x="576000" y="6429888"/>
            <a:ext cx="9460097" cy="3471209"/>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An invoice processing agent receives a PDF, extracts vendor name, amount, and due date, validates against purchase orders, writes to the accounting database, schedules payment, and sends a Slack notification—no text response generated.</a:t>
            </a:r>
          </a:p>
        </p:txBody>
      </p:sp>
      <p:pic>
        <p:nvPicPr>
          <p:cNvPr id="3" name="Picture 2">
            <a:extLst>
              <a:ext uri="{FF2B5EF4-FFF2-40B4-BE49-F238E27FC236}">
                <a16:creationId xmlns:a16="http://schemas.microsoft.com/office/drawing/2014/main" id="{89EAC92F-C759-A18D-E9B0-5ADC806EE7CF}"/>
              </a:ext>
            </a:extLst>
          </p:cNvPr>
          <p:cNvPicPr>
            <a:picLocks noChangeAspect="1"/>
          </p:cNvPicPr>
          <p:nvPr/>
        </p:nvPicPr>
        <p:blipFill>
          <a:blip r:embed="rId2"/>
          <a:stretch>
            <a:fillRect/>
          </a:stretch>
        </p:blipFill>
        <p:spPr>
          <a:xfrm>
            <a:off x="13636144" y="2773624"/>
            <a:ext cx="8422225" cy="8168751"/>
          </a:xfrm>
          <a:prstGeom prst="rect">
            <a:avLst/>
          </a:prstGeom>
        </p:spPr>
      </p:pic>
    </p:spTree>
    <p:extLst>
      <p:ext uri="{BB962C8B-B14F-4D97-AF65-F5344CB8AC3E}">
        <p14:creationId xmlns:p14="http://schemas.microsoft.com/office/powerpoint/2010/main" val="113625500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5A66AA-C152-802C-DD77-5C886B723355}"/>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1463B426-1A66-721A-251F-FAD3D36F25CB}"/>
              </a:ext>
            </a:extLst>
          </p:cNvPr>
          <p:cNvSpPr/>
          <p:nvPr/>
        </p:nvSpPr>
        <p:spPr bwMode="auto">
          <a:xfrm>
            <a:off x="0" y="0"/>
            <a:ext cx="24387175"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B4FBBD7E-FAAC-9559-1D26-89D2D847267D}"/>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 Placeholder 13">
            <a:extLst>
              <a:ext uri="{FF2B5EF4-FFF2-40B4-BE49-F238E27FC236}">
                <a16:creationId xmlns:a16="http://schemas.microsoft.com/office/drawing/2014/main" id="{DFD4B391-6C2F-5073-DD44-155AA667E3ED}"/>
              </a:ext>
            </a:extLst>
          </p:cNvPr>
          <p:cNvSpPr txBox="1">
            <a:spLocks/>
          </p:cNvSpPr>
          <p:nvPr/>
        </p:nvSpPr>
        <p:spPr>
          <a:xfrm>
            <a:off x="576000" y="5101062"/>
            <a:ext cx="10731338" cy="1238279"/>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Constructs fresh context from external sources on each invocation—no chat history.</a:t>
            </a:r>
            <a:endParaRPr kumimoji="0" lang="en-US"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26" name="Text Placeholder 36">
            <a:extLst>
              <a:ext uri="{FF2B5EF4-FFF2-40B4-BE49-F238E27FC236}">
                <a16:creationId xmlns:a16="http://schemas.microsoft.com/office/drawing/2014/main" id="{7F9F5A4B-2A1E-B8E8-7655-08E1E33798AD}"/>
              </a:ext>
            </a:extLst>
          </p:cNvPr>
          <p:cNvSpPr>
            <a:spLocks noGrp="1"/>
          </p:cNvSpPr>
          <p:nvPr>
            <p:ph type="body" sz="quarter" idx="21"/>
          </p:nvPr>
        </p:nvSpPr>
        <p:spPr>
          <a:xfrm>
            <a:off x="576000" y="576072"/>
            <a:ext cx="4961128" cy="462153"/>
          </a:xfrm>
        </p:spPr>
        <p:txBody>
          <a:bodyPr/>
          <a:lstStyle/>
          <a:p>
            <a:r>
              <a:rPr lang="en-US" sz="2800">
                <a:solidFill>
                  <a:schemeClr val="accent1"/>
                </a:solidFill>
                <a:effectLst/>
              </a:rPr>
              <a:t>Key Characteristics </a:t>
            </a:r>
          </a:p>
        </p:txBody>
      </p:sp>
      <p:sp>
        <p:nvSpPr>
          <p:cNvPr id="27" name="Title 1">
            <a:extLst>
              <a:ext uri="{FF2B5EF4-FFF2-40B4-BE49-F238E27FC236}">
                <a16:creationId xmlns:a16="http://schemas.microsoft.com/office/drawing/2014/main" id="{9D68AC02-34F5-4E18-812B-9520AE139324}"/>
              </a:ext>
            </a:extLst>
          </p:cNvPr>
          <p:cNvSpPr>
            <a:spLocks noGrp="1"/>
          </p:cNvSpPr>
          <p:nvPr>
            <p:ph type="title"/>
          </p:nvPr>
        </p:nvSpPr>
        <p:spPr>
          <a:xfrm>
            <a:off x="576071" y="3579167"/>
            <a:ext cx="7519713" cy="1238279"/>
          </a:xfrm>
        </p:spPr>
        <p:txBody>
          <a:bodyPr/>
          <a:lstStyle/>
          <a:p>
            <a:r>
              <a:rPr lang="en-IN" sz="6600"/>
              <a:t>Context Building</a:t>
            </a:r>
            <a:endParaRPr lang="en-US" sz="6400"/>
          </a:p>
        </p:txBody>
      </p:sp>
      <p:sp>
        <p:nvSpPr>
          <p:cNvPr id="28" name="Text Placeholder 13">
            <a:extLst>
              <a:ext uri="{FF2B5EF4-FFF2-40B4-BE49-F238E27FC236}">
                <a16:creationId xmlns:a16="http://schemas.microsoft.com/office/drawing/2014/main" id="{8ACB66F7-9415-90D2-94F6-B29D085B9EA0}"/>
              </a:ext>
            </a:extLst>
          </p:cNvPr>
          <p:cNvSpPr txBox="1">
            <a:spLocks/>
          </p:cNvSpPr>
          <p:nvPr/>
        </p:nvSpPr>
        <p:spPr>
          <a:xfrm>
            <a:off x="576000" y="7092119"/>
            <a:ext cx="10175031" cy="4873495"/>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A customer enrichment agent processes a new lead by querying LinkedIn API for company info, searching Crunchbase for funding data and pulling recent news articles—building complete context from scratch.</a:t>
            </a:r>
          </a:p>
        </p:txBody>
      </p:sp>
      <p:pic>
        <p:nvPicPr>
          <p:cNvPr id="3" name="Picture 2">
            <a:extLst>
              <a:ext uri="{FF2B5EF4-FFF2-40B4-BE49-F238E27FC236}">
                <a16:creationId xmlns:a16="http://schemas.microsoft.com/office/drawing/2014/main" id="{77227A33-A215-92EE-8238-4DE4A212EA60}"/>
              </a:ext>
            </a:extLst>
          </p:cNvPr>
          <p:cNvPicPr>
            <a:picLocks noChangeAspect="1"/>
          </p:cNvPicPr>
          <p:nvPr/>
        </p:nvPicPr>
        <p:blipFill>
          <a:blip r:embed="rId2"/>
          <a:stretch>
            <a:fillRect/>
          </a:stretch>
        </p:blipFill>
        <p:spPr>
          <a:xfrm>
            <a:off x="13636144" y="2773624"/>
            <a:ext cx="8422225" cy="8168751"/>
          </a:xfrm>
          <a:prstGeom prst="rect">
            <a:avLst/>
          </a:prstGeom>
        </p:spPr>
      </p:pic>
    </p:spTree>
    <p:extLst>
      <p:ext uri="{BB962C8B-B14F-4D97-AF65-F5344CB8AC3E}">
        <p14:creationId xmlns:p14="http://schemas.microsoft.com/office/powerpoint/2010/main" val="264396931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0CB4CA-2819-9244-172F-73ED3B6DB1A7}"/>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608510EC-D039-B25F-82C7-AE4AF2974226}"/>
              </a:ext>
            </a:extLst>
          </p:cNvPr>
          <p:cNvSpPr/>
          <p:nvPr/>
        </p:nvSpPr>
        <p:spPr bwMode="auto">
          <a:xfrm>
            <a:off x="-817119" y="0"/>
            <a:ext cx="12602145" cy="137160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 name="Text Placeholder 6">
            <a:extLst>
              <a:ext uri="{FF2B5EF4-FFF2-40B4-BE49-F238E27FC236}">
                <a16:creationId xmlns:a16="http://schemas.microsoft.com/office/drawing/2014/main" id="{18E22E35-2234-9C47-1EE0-77FCEBC89B5F}"/>
              </a:ext>
            </a:extLst>
          </p:cNvPr>
          <p:cNvSpPr txBox="1">
            <a:spLocks/>
          </p:cNvSpPr>
          <p:nvPr/>
        </p:nvSpPr>
        <p:spPr>
          <a:xfrm>
            <a:off x="5600683" y="2362060"/>
            <a:ext cx="5089685" cy="174724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r" defTabSz="2438400" rtl="0" eaLnBrk="1" fontAlgn="auto" latinLnBrk="0" hangingPunct="1">
              <a:lnSpc>
                <a:spcPct val="110000"/>
              </a:lnSpc>
              <a:spcBef>
                <a:spcPts val="0"/>
              </a:spcBef>
              <a:spcAft>
                <a:spcPts val="0"/>
              </a:spcAft>
              <a:buClrTx/>
              <a:buSzTx/>
              <a:buFontTx/>
              <a:buNone/>
              <a:tabLst/>
              <a:defRPr/>
            </a:pPr>
            <a:r>
              <a:rPr kumimoji="0" lang="en-US" sz="48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Headless</a:t>
            </a:r>
          </a:p>
          <a:p>
            <a:pPr marL="0" marR="0" lvl="0" indent="0" algn="r" defTabSz="2438400" rtl="0" eaLnBrk="1" fontAlgn="auto" latinLnBrk="0" hangingPunct="1">
              <a:lnSpc>
                <a:spcPct val="110000"/>
              </a:lnSpc>
              <a:spcBef>
                <a:spcPts val="0"/>
              </a:spcBef>
              <a:spcAft>
                <a:spcPts val="0"/>
              </a:spcAft>
              <a:buClrTx/>
              <a:buSzTx/>
              <a:buFontTx/>
              <a:buNone/>
              <a:tabLst/>
              <a:defRPr/>
            </a:pPr>
            <a:r>
              <a:rPr kumimoji="0" lang="en-US" sz="48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AI agent model</a:t>
            </a:r>
            <a:endParaRPr kumimoji="0" lang="en-RO" sz="48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17" name="Slide Number Placeholder 16">
            <a:extLst>
              <a:ext uri="{FF2B5EF4-FFF2-40B4-BE49-F238E27FC236}">
                <a16:creationId xmlns:a16="http://schemas.microsoft.com/office/drawing/2014/main" id="{B85F4FCE-C622-FACF-B0C9-BE663A222887}"/>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Box 17">
            <a:extLst>
              <a:ext uri="{FF2B5EF4-FFF2-40B4-BE49-F238E27FC236}">
                <a16:creationId xmlns:a16="http://schemas.microsoft.com/office/drawing/2014/main" id="{6F103CA7-A67C-F5DE-B06F-F386F204EB63}"/>
              </a:ext>
            </a:extLst>
          </p:cNvPr>
          <p:cNvSpPr txBox="1"/>
          <p:nvPr/>
        </p:nvSpPr>
        <p:spPr>
          <a:xfrm>
            <a:off x="151075" y="-303155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 name="Text Placeholder 6">
            <a:extLst>
              <a:ext uri="{FF2B5EF4-FFF2-40B4-BE49-F238E27FC236}">
                <a16:creationId xmlns:a16="http://schemas.microsoft.com/office/drawing/2014/main" id="{FAB4C70C-B655-00FA-F7C3-944C85062068}"/>
              </a:ext>
            </a:extLst>
          </p:cNvPr>
          <p:cNvSpPr txBox="1">
            <a:spLocks/>
          </p:cNvSpPr>
          <p:nvPr/>
        </p:nvSpPr>
        <p:spPr>
          <a:xfrm>
            <a:off x="12814505" y="2362059"/>
            <a:ext cx="4732845" cy="174724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2438400" rtl="0" eaLnBrk="1" fontAlgn="auto" latinLnBrk="0" hangingPunct="1">
              <a:lnSpc>
                <a:spcPct val="110000"/>
              </a:lnSpc>
              <a:spcBef>
                <a:spcPts val="0"/>
              </a:spcBef>
              <a:spcAft>
                <a:spcPts val="0"/>
              </a:spcAft>
              <a:buClrTx/>
              <a:buSzTx/>
              <a:buFontTx/>
              <a:buNone/>
              <a:tabLst/>
              <a:defRPr/>
            </a:pPr>
            <a:r>
              <a:rPr kumimoji="0" lang="en-US" sz="48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Traditional chat based AI</a:t>
            </a:r>
            <a:endParaRPr kumimoji="0" lang="en-RO" sz="48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3" name="Text Placeholder 6">
            <a:extLst>
              <a:ext uri="{FF2B5EF4-FFF2-40B4-BE49-F238E27FC236}">
                <a16:creationId xmlns:a16="http://schemas.microsoft.com/office/drawing/2014/main" id="{CE973B0C-2991-B1C2-1709-4EE36BFCD5A9}"/>
              </a:ext>
            </a:extLst>
          </p:cNvPr>
          <p:cNvSpPr txBox="1">
            <a:spLocks/>
          </p:cNvSpPr>
          <p:nvPr/>
        </p:nvSpPr>
        <p:spPr>
          <a:xfrm>
            <a:off x="11582877" y="2837583"/>
            <a:ext cx="622192" cy="98896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a:ln>
                  <a:noFill/>
                </a:ln>
                <a:solidFill>
                  <a:srgbClr val="000000">
                    <a:lumMod val="75000"/>
                    <a:lumOff val="25000"/>
                  </a:srgbClr>
                </a:solidFill>
                <a:effectLst/>
                <a:uLnTx/>
                <a:uFillTx/>
                <a:latin typeface="IBM Plex Sans Light" panose="020B0403050203000203" pitchFamily="34" charset="0"/>
                <a:ea typeface="+mj-ea"/>
                <a:cs typeface="+mj-cs"/>
                <a:sym typeface="IBM Plex Sans Light"/>
              </a:rPr>
              <a:t>vs</a:t>
            </a:r>
            <a:endParaRPr kumimoji="0" lang="en-RO" sz="3600" b="0" i="0" u="none" strike="noStrike" kern="0" cap="none" spc="0" normalizeH="0" baseline="0" noProof="0">
              <a:ln>
                <a:noFill/>
              </a:ln>
              <a:solidFill>
                <a:srgbClr val="000000">
                  <a:lumMod val="75000"/>
                  <a:lumOff val="25000"/>
                </a:srgbClr>
              </a:solidFill>
              <a:effectLst/>
              <a:uLnTx/>
              <a:uFillTx/>
              <a:latin typeface="IBM Plex Sans Light" panose="020B0403050203000203" pitchFamily="34" charset="0"/>
              <a:ea typeface="+mj-ea"/>
              <a:cs typeface="+mj-cs"/>
              <a:sym typeface="IBM Plex Sans Light"/>
            </a:endParaRPr>
          </a:p>
        </p:txBody>
      </p:sp>
      <p:cxnSp>
        <p:nvCxnSpPr>
          <p:cNvPr id="10" name="Straight Connector 9">
            <a:extLst>
              <a:ext uri="{FF2B5EF4-FFF2-40B4-BE49-F238E27FC236}">
                <a16:creationId xmlns:a16="http://schemas.microsoft.com/office/drawing/2014/main" id="{A4C5294E-86D1-F15C-E986-D5756D356ADC}"/>
              </a:ext>
            </a:extLst>
          </p:cNvPr>
          <p:cNvCxnSpPr>
            <a:cxnSpLocks/>
            <a:stCxn id="11" idx="0"/>
            <a:endCxn id="32" idx="4"/>
          </p:cNvCxnSpPr>
          <p:nvPr/>
        </p:nvCxnSpPr>
        <p:spPr bwMode="auto">
          <a:xfrm>
            <a:off x="11772815" y="4725007"/>
            <a:ext cx="0" cy="5602885"/>
          </a:xfrm>
          <a:prstGeom prst="line">
            <a:avLst/>
          </a:prstGeom>
          <a:ln w="31750">
            <a:solidFill>
              <a:schemeClr val="bg1">
                <a:lumMod val="75000"/>
              </a:schemeClr>
            </a:solidFill>
            <a:prstDash val="dash"/>
            <a:headEnd type="none" w="med" len="med"/>
            <a:tailEnd type="none" w="med" len="med"/>
          </a:ln>
          <a:effectLst/>
        </p:spPr>
        <p:style>
          <a:lnRef idx="1">
            <a:schemeClr val="dk1"/>
          </a:lnRef>
          <a:fillRef idx="0">
            <a:schemeClr val="dk1"/>
          </a:fillRef>
          <a:effectRef idx="0">
            <a:schemeClr val="dk1"/>
          </a:effectRef>
          <a:fontRef idx="minor">
            <a:schemeClr val="tx1"/>
          </a:fontRef>
        </p:style>
      </p:cxnSp>
      <p:grpSp>
        <p:nvGrpSpPr>
          <p:cNvPr id="7" name="Group 6">
            <a:extLst>
              <a:ext uri="{FF2B5EF4-FFF2-40B4-BE49-F238E27FC236}">
                <a16:creationId xmlns:a16="http://schemas.microsoft.com/office/drawing/2014/main" id="{6D659C40-F817-43D1-94EA-C4B1AFA5953E}"/>
              </a:ext>
            </a:extLst>
          </p:cNvPr>
          <p:cNvGrpSpPr/>
          <p:nvPr/>
        </p:nvGrpSpPr>
        <p:grpSpPr>
          <a:xfrm>
            <a:off x="2782476" y="4602603"/>
            <a:ext cx="17265069" cy="1444540"/>
            <a:chOff x="3203248" y="2702931"/>
            <a:chExt cx="17265069" cy="1444540"/>
          </a:xfrm>
        </p:grpSpPr>
        <p:sp>
          <p:nvSpPr>
            <p:cNvPr id="34" name="Text Placeholder 6">
              <a:extLst>
                <a:ext uri="{FF2B5EF4-FFF2-40B4-BE49-F238E27FC236}">
                  <a16:creationId xmlns:a16="http://schemas.microsoft.com/office/drawing/2014/main" id="{EA80E959-8298-9E7C-A64D-2E6858CD9A4F}"/>
                </a:ext>
              </a:extLst>
            </p:cNvPr>
            <p:cNvSpPr txBox="1">
              <a:spLocks/>
            </p:cNvSpPr>
            <p:nvPr/>
          </p:nvSpPr>
          <p:spPr>
            <a:xfrm>
              <a:off x="3203248" y="2702931"/>
              <a:ext cx="7907892"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Event-driven execution</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lang="en-IN">
                  <a:solidFill>
                    <a:srgbClr val="000000"/>
                  </a:solidFill>
                  <a:latin typeface="IBM Plex Sans Light"/>
                </a:rPr>
                <a:t>Triggered by webhooks, </a:t>
              </a:r>
              <a:r>
                <a:rPr lang="en-IN" err="1">
                  <a:solidFill>
                    <a:srgbClr val="000000"/>
                  </a:solidFill>
                  <a:latin typeface="IBM Plex Sans Light"/>
                </a:rPr>
                <a:t>cron</a:t>
              </a:r>
              <a:r>
                <a:rPr lang="en-IN">
                  <a:solidFill>
                    <a:srgbClr val="000000"/>
                  </a:solidFill>
                  <a:latin typeface="IBM Plex Sans Light"/>
                </a:rPr>
                <a:t> schedules, database changes, or queue messages—not user prompts.</a:t>
              </a:r>
            </a:p>
            <a:p>
              <a:pPr marL="0" marR="0" lvl="0" indent="0" algn="r" defTabSz="2438400" rtl="0" eaLnBrk="1" fontAlgn="auto" latinLnBrk="0" hangingPunct="1">
                <a:lnSpc>
                  <a:spcPct val="110000"/>
                </a:lnSpc>
                <a:spcBef>
                  <a:spcPts val="0"/>
                </a:spcBef>
                <a:spcAft>
                  <a:spcPts val="0"/>
                </a:spcAft>
                <a:buClrTx/>
                <a:buSzTx/>
                <a:buFontTx/>
                <a:buNone/>
                <a:tabLst/>
                <a:defRPr/>
              </a:pP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sp>
          <p:nvSpPr>
            <p:cNvPr id="11" name="Oval 10">
              <a:extLst>
                <a:ext uri="{FF2B5EF4-FFF2-40B4-BE49-F238E27FC236}">
                  <a16:creationId xmlns:a16="http://schemas.microsoft.com/office/drawing/2014/main" id="{93A10DC8-2425-EE2E-B365-B1AB5AA4B34E}"/>
                </a:ext>
              </a:extLst>
            </p:cNvPr>
            <p:cNvSpPr/>
            <p:nvPr/>
          </p:nvSpPr>
          <p:spPr bwMode="auto">
            <a:xfrm>
              <a:off x="12022310" y="2825335"/>
              <a:ext cx="342554" cy="342554"/>
            </a:xfrm>
            <a:prstGeom prst="ellipse">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F62FE"/>
                </a:solidFill>
                <a:effectLst/>
                <a:uLnTx/>
                <a:uFillTx/>
                <a:latin typeface="IBM Plex Sans Light"/>
                <a:ea typeface="+mn-ea"/>
                <a:cs typeface="+mn-cs"/>
              </a:endParaRPr>
            </a:p>
          </p:txBody>
        </p:sp>
        <p:sp>
          <p:nvSpPr>
            <p:cNvPr id="12" name="Text Placeholder 6">
              <a:extLst>
                <a:ext uri="{FF2B5EF4-FFF2-40B4-BE49-F238E27FC236}">
                  <a16:creationId xmlns:a16="http://schemas.microsoft.com/office/drawing/2014/main" id="{CA8BC95D-1568-B487-DE15-333CFCDA7561}"/>
                </a:ext>
              </a:extLst>
            </p:cNvPr>
            <p:cNvSpPr txBox="1">
              <a:spLocks/>
            </p:cNvSpPr>
            <p:nvPr/>
          </p:nvSpPr>
          <p:spPr>
            <a:xfrm>
              <a:off x="13272600" y="2702931"/>
              <a:ext cx="7195717"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2438400" rtl="0" eaLnBrk="1" fontAlgn="auto" latinLnBrk="0" hangingPunct="1">
                <a:lnSpc>
                  <a:spcPct val="110000"/>
                </a:lnSpc>
                <a:spcBef>
                  <a:spcPts val="0"/>
                </a:spcBef>
                <a:spcAft>
                  <a:spcPts val="0"/>
                </a:spcAft>
                <a:buClrTx/>
                <a:buSzTx/>
                <a:buFontTx/>
                <a:buNone/>
                <a:tabLst/>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Request/response loop</a:t>
              </a:r>
            </a:p>
            <a:p>
              <a:pPr marL="0" marR="0" lvl="0" indent="0" defTabSz="2438400" rtl="0" eaLnBrk="1" fontAlgn="auto" latinLnBrk="0" hangingPunct="1">
                <a:lnSpc>
                  <a:spcPct val="110000"/>
                </a:lnSpc>
                <a:spcBef>
                  <a:spcPts val="0"/>
                </a:spcBef>
                <a:spcAft>
                  <a:spcPts val="0"/>
                </a:spcAft>
                <a:buClrTx/>
                <a:buSzTx/>
                <a:buFontTx/>
                <a:buNone/>
                <a:tabLst/>
                <a:defRPr/>
              </a:pP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Waits for user input before taking any action. Each interaction requires explicit human initiation</a:t>
              </a: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t>
              </a:r>
              <a:endParaRPr kumimoji="0" lang="en-IN" sz="20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endParaRPr>
            </a:p>
            <a:p>
              <a:pPr marL="0" marR="0" lvl="0" indent="0" defTabSz="2438400" rtl="0" eaLnBrk="1" fontAlgn="auto" latinLnBrk="0" hangingPunct="1">
                <a:lnSpc>
                  <a:spcPct val="110000"/>
                </a:lnSpc>
                <a:spcBef>
                  <a:spcPts val="0"/>
                </a:spcBef>
                <a:spcAft>
                  <a:spcPts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defTabSz="2438400" rtl="0" eaLnBrk="1" fontAlgn="auto" latinLnBrk="0" hangingPunct="1">
                <a:lnSpc>
                  <a:spcPct val="110000"/>
                </a:lnSpc>
                <a:spcBef>
                  <a:spcPts val="0"/>
                </a:spcBef>
                <a:spcAft>
                  <a:spcPts val="0"/>
                </a:spcAft>
                <a:buClrTx/>
                <a:buSzTx/>
                <a:buFontTx/>
                <a:buNone/>
                <a:tabLst/>
                <a:defRPr/>
              </a:pPr>
              <a:endParaRPr kumimoji="0" lang="en-RO"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defTabSz="2438400" rtl="0" eaLnBrk="1" fontAlgn="auto" latinLnBrk="0" hangingPunct="1">
                <a:lnSpc>
                  <a:spcPct val="110000"/>
                </a:lnSpc>
                <a:spcBef>
                  <a:spcPts val="0"/>
                </a:spcBef>
                <a:spcAft>
                  <a:spcPts val="0"/>
                </a:spcAft>
                <a:buClrTx/>
                <a:buSzTx/>
                <a:buFontTx/>
                <a:buNone/>
                <a:tabLst/>
                <a:defRPr/>
              </a:pP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9" name="Group 8">
            <a:extLst>
              <a:ext uri="{FF2B5EF4-FFF2-40B4-BE49-F238E27FC236}">
                <a16:creationId xmlns:a16="http://schemas.microsoft.com/office/drawing/2014/main" id="{518D9F31-A69A-6941-53A4-D6D1C5F1BAC6}"/>
              </a:ext>
            </a:extLst>
          </p:cNvPr>
          <p:cNvGrpSpPr/>
          <p:nvPr/>
        </p:nvGrpSpPr>
        <p:grpSpPr>
          <a:xfrm>
            <a:off x="1700127" y="6353387"/>
            <a:ext cx="18347418" cy="1444552"/>
            <a:chOff x="2102238" y="6254919"/>
            <a:chExt cx="18347418" cy="1444552"/>
          </a:xfrm>
        </p:grpSpPr>
        <p:sp>
          <p:nvSpPr>
            <p:cNvPr id="25" name="Text Placeholder 6">
              <a:extLst>
                <a:ext uri="{FF2B5EF4-FFF2-40B4-BE49-F238E27FC236}">
                  <a16:creationId xmlns:a16="http://schemas.microsoft.com/office/drawing/2014/main" id="{2F4F8A0A-03BB-290C-AB87-D8C66D76C6B5}"/>
                </a:ext>
              </a:extLst>
            </p:cNvPr>
            <p:cNvSpPr txBox="1">
              <a:spLocks/>
            </p:cNvSpPr>
            <p:nvPr/>
          </p:nvSpPr>
          <p:spPr>
            <a:xfrm>
              <a:off x="13253939" y="6254919"/>
              <a:ext cx="7195717"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2438400" rtl="0" eaLnBrk="1" fontAlgn="auto" latinLnBrk="0" hangingPunct="1">
                <a:lnSpc>
                  <a:spcPct val="110000"/>
                </a:lnSpc>
                <a:spcBef>
                  <a:spcPts val="0"/>
                </a:spcBef>
                <a:spcAft>
                  <a:spcPts val="0"/>
                </a:spcAft>
                <a:buClrTx/>
                <a:buSzTx/>
                <a:buFontTx/>
                <a:buNone/>
                <a:tabLst/>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Conversational state maintained</a:t>
              </a:r>
            </a:p>
            <a:p>
              <a:pPr marL="0" marR="0" lvl="0" indent="0" defTabSz="2438400" rtl="0" eaLnBrk="1" fontAlgn="auto" latinLnBrk="0" hangingPunct="1">
                <a:lnSpc>
                  <a:spcPct val="110000"/>
                </a:lnSpc>
                <a:spcBef>
                  <a:spcPts val="0"/>
                </a:spcBef>
                <a:spcAft>
                  <a:spcPts val="0"/>
                </a:spcAft>
                <a:buClrTx/>
                <a:buSzTx/>
                <a:buFontTx/>
                <a:buNone/>
                <a:tabLst/>
                <a:defRPr/>
              </a:pP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Remembers the entire chat history within a session, building context from previous messages in the conversation</a:t>
              </a: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t>
              </a:r>
              <a:endParaRPr kumimoji="0" lang="en-RO"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defTabSz="2438400" rtl="0" eaLnBrk="1" fontAlgn="auto" latinLnBrk="0" hangingPunct="1">
                <a:lnSpc>
                  <a:spcPct val="110000"/>
                </a:lnSpc>
                <a:spcBef>
                  <a:spcPts val="0"/>
                </a:spcBef>
                <a:spcAft>
                  <a:spcPts val="0"/>
                </a:spcAft>
                <a:buClrTx/>
                <a:buSzTx/>
                <a:buFontTx/>
                <a:buNone/>
                <a:tabLst/>
                <a:defRPr/>
              </a:pPr>
              <a:endParaRPr kumimoji="0" lang="en-RO"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sp>
          <p:nvSpPr>
            <p:cNvPr id="30" name="Oval 29">
              <a:extLst>
                <a:ext uri="{FF2B5EF4-FFF2-40B4-BE49-F238E27FC236}">
                  <a16:creationId xmlns:a16="http://schemas.microsoft.com/office/drawing/2014/main" id="{5A128869-7A61-25DE-0253-2A97C4577287}"/>
                </a:ext>
              </a:extLst>
            </p:cNvPr>
            <p:cNvSpPr/>
            <p:nvPr/>
          </p:nvSpPr>
          <p:spPr bwMode="auto">
            <a:xfrm>
              <a:off x="12003649" y="6296323"/>
              <a:ext cx="342554" cy="342554"/>
            </a:xfrm>
            <a:prstGeom prst="ellipse">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F62FE"/>
                </a:solidFill>
                <a:effectLst/>
                <a:uLnTx/>
                <a:uFillTx/>
                <a:latin typeface="IBM Plex Sans Light"/>
                <a:ea typeface="+mn-ea"/>
                <a:cs typeface="+mn-cs"/>
              </a:endParaRPr>
            </a:p>
          </p:txBody>
        </p:sp>
        <p:sp>
          <p:nvSpPr>
            <p:cNvPr id="36" name="Text Placeholder 6">
              <a:extLst>
                <a:ext uri="{FF2B5EF4-FFF2-40B4-BE49-F238E27FC236}">
                  <a16:creationId xmlns:a16="http://schemas.microsoft.com/office/drawing/2014/main" id="{CE71FBA1-ED5F-4A67-1639-04C2F5B0DDA6}"/>
                </a:ext>
              </a:extLst>
            </p:cNvPr>
            <p:cNvSpPr txBox="1">
              <a:spLocks/>
            </p:cNvSpPr>
            <p:nvPr/>
          </p:nvSpPr>
          <p:spPr>
            <a:xfrm>
              <a:off x="2102238" y="6254931"/>
              <a:ext cx="8990241"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Fresh context constructed each time</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lang="en-IN">
                  <a:solidFill>
                    <a:srgbClr val="000000"/>
                  </a:solidFill>
                  <a:latin typeface="IBM Plex Sans Light"/>
                </a:rPr>
                <a:t>Operates continuously in the background, completing tasks without human supervision.</a:t>
              </a:r>
              <a:endParaRPr lang="en-US" kern="0">
                <a:solidFill>
                  <a:srgbClr val="000000"/>
                </a:solidFill>
                <a:latin typeface="IBM Plex Sans Light"/>
              </a:endParaRPr>
            </a:p>
            <a:p>
              <a:pPr marL="0" marR="0" lvl="0" indent="0" algn="r" defTabSz="2438400" rtl="0" eaLnBrk="1" fontAlgn="auto" latinLnBrk="0" hangingPunct="1">
                <a:lnSpc>
                  <a:spcPct val="110000"/>
                </a:lnSpc>
                <a:spcBef>
                  <a:spcPts val="0"/>
                </a:spcBef>
                <a:spcAft>
                  <a:spcPts val="0"/>
                </a:spcAft>
                <a:buClrTx/>
                <a:buSzTx/>
                <a:buFontTx/>
                <a:buNone/>
                <a:tabLst/>
                <a:defRPr/>
              </a:pP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13" name="Group 12">
            <a:extLst>
              <a:ext uri="{FF2B5EF4-FFF2-40B4-BE49-F238E27FC236}">
                <a16:creationId xmlns:a16="http://schemas.microsoft.com/office/drawing/2014/main" id="{A39F4FCE-6630-5E99-BF75-897991F5A734}"/>
              </a:ext>
            </a:extLst>
          </p:cNvPr>
          <p:cNvGrpSpPr/>
          <p:nvPr/>
        </p:nvGrpSpPr>
        <p:grpSpPr>
          <a:xfrm>
            <a:off x="1740883" y="8138707"/>
            <a:ext cx="18306662" cy="1472280"/>
            <a:chOff x="2142994" y="8040239"/>
            <a:chExt cx="18306662" cy="1472280"/>
          </a:xfrm>
        </p:grpSpPr>
        <p:sp>
          <p:nvSpPr>
            <p:cNvPr id="26" name="Text Placeholder 6">
              <a:extLst>
                <a:ext uri="{FF2B5EF4-FFF2-40B4-BE49-F238E27FC236}">
                  <a16:creationId xmlns:a16="http://schemas.microsoft.com/office/drawing/2014/main" id="{15056D3C-B446-DEAB-EADB-0ED85B69B99D}"/>
                </a:ext>
              </a:extLst>
            </p:cNvPr>
            <p:cNvSpPr txBox="1">
              <a:spLocks/>
            </p:cNvSpPr>
            <p:nvPr/>
          </p:nvSpPr>
          <p:spPr>
            <a:xfrm>
              <a:off x="13253939" y="8067979"/>
              <a:ext cx="7195717"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2438400" rtl="0" eaLnBrk="1" fontAlgn="auto" latinLnBrk="0" hangingPunct="1">
                <a:lnSpc>
                  <a:spcPct val="110000"/>
                </a:lnSpc>
                <a:spcBef>
                  <a:spcPts val="0"/>
                </a:spcBef>
                <a:spcAft>
                  <a:spcPts val="0"/>
                </a:spcAft>
                <a:buClrTx/>
                <a:buSzTx/>
                <a:buFontTx/>
                <a:buNone/>
                <a:tabLst/>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Natural language output for humans</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Generates text responses designed to be read and understood by people, formatted as conversational messages.</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sp>
          <p:nvSpPr>
            <p:cNvPr id="31" name="Oval 30">
              <a:extLst>
                <a:ext uri="{FF2B5EF4-FFF2-40B4-BE49-F238E27FC236}">
                  <a16:creationId xmlns:a16="http://schemas.microsoft.com/office/drawing/2014/main" id="{F16F0BDD-4FA4-C8F9-697D-61589CF51DCF}"/>
                </a:ext>
              </a:extLst>
            </p:cNvPr>
            <p:cNvSpPr/>
            <p:nvPr/>
          </p:nvSpPr>
          <p:spPr bwMode="auto">
            <a:xfrm>
              <a:off x="12003649" y="8151376"/>
              <a:ext cx="342554" cy="342554"/>
            </a:xfrm>
            <a:prstGeom prst="ellipse">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F62FE"/>
                </a:solidFill>
                <a:effectLst/>
                <a:uLnTx/>
                <a:uFillTx/>
                <a:latin typeface="IBM Plex Sans Light"/>
                <a:ea typeface="+mn-ea"/>
                <a:cs typeface="+mn-cs"/>
              </a:endParaRPr>
            </a:p>
          </p:txBody>
        </p:sp>
        <p:sp>
          <p:nvSpPr>
            <p:cNvPr id="37" name="Text Placeholder 6">
              <a:extLst>
                <a:ext uri="{FF2B5EF4-FFF2-40B4-BE49-F238E27FC236}">
                  <a16:creationId xmlns:a16="http://schemas.microsoft.com/office/drawing/2014/main" id="{32138A21-08A7-0183-595A-4DA6DE4BD464}"/>
                </a:ext>
              </a:extLst>
            </p:cNvPr>
            <p:cNvSpPr txBox="1">
              <a:spLocks/>
            </p:cNvSpPr>
            <p:nvPr/>
          </p:nvSpPr>
          <p:spPr>
            <a:xfrm>
              <a:off x="2142994" y="8040239"/>
              <a:ext cx="8952919"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Actions as output (API calls, writes)</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lang="en-IN">
                  <a:solidFill>
                    <a:srgbClr val="000000"/>
                  </a:solidFill>
                  <a:latin typeface="IBM Plex Sans Light"/>
                </a:rPr>
                <a:t>Output is actions (API calls, database writes, notifications) rather than conversational responses.</a:t>
              </a:r>
            </a:p>
            <a:p>
              <a:pPr marL="0" marR="0" lvl="0" indent="0" algn="r" defTabSz="2438400" rtl="0" eaLnBrk="1" fontAlgn="auto" latinLnBrk="0" hangingPunct="1">
                <a:lnSpc>
                  <a:spcPct val="110000"/>
                </a:lnSpc>
                <a:spcBef>
                  <a:spcPts val="0"/>
                </a:spcBef>
                <a:spcAft>
                  <a:spcPts val="0"/>
                </a:spcAft>
                <a:buClrTx/>
                <a:buSzTx/>
                <a:buFontTx/>
                <a:buNone/>
                <a:tabLst/>
                <a:defRPr/>
              </a:pP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14" name="Group 13">
            <a:extLst>
              <a:ext uri="{FF2B5EF4-FFF2-40B4-BE49-F238E27FC236}">
                <a16:creationId xmlns:a16="http://schemas.microsoft.com/office/drawing/2014/main" id="{4C3369C8-DD53-A0EE-5E40-45F96B3D4FC9}"/>
              </a:ext>
            </a:extLst>
          </p:cNvPr>
          <p:cNvGrpSpPr/>
          <p:nvPr/>
        </p:nvGrpSpPr>
        <p:grpSpPr>
          <a:xfrm>
            <a:off x="1961384" y="9964494"/>
            <a:ext cx="18630768" cy="1478691"/>
            <a:chOff x="2363495" y="9866026"/>
            <a:chExt cx="18630768" cy="1478691"/>
          </a:xfrm>
        </p:grpSpPr>
        <p:sp>
          <p:nvSpPr>
            <p:cNvPr id="27" name="Text Placeholder 6">
              <a:extLst>
                <a:ext uri="{FF2B5EF4-FFF2-40B4-BE49-F238E27FC236}">
                  <a16:creationId xmlns:a16="http://schemas.microsoft.com/office/drawing/2014/main" id="{3C842561-F606-6204-EFAB-B7FBE4F4D164}"/>
                </a:ext>
              </a:extLst>
            </p:cNvPr>
            <p:cNvSpPr txBox="1">
              <a:spLocks/>
            </p:cNvSpPr>
            <p:nvPr/>
          </p:nvSpPr>
          <p:spPr>
            <a:xfrm>
              <a:off x="13257373" y="9900177"/>
              <a:ext cx="7736890"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defTabSz="2438400" rtl="0" eaLnBrk="1" fontAlgn="auto" latinLnBrk="0" hangingPunct="1">
                <a:lnSpc>
                  <a:spcPct val="110000"/>
                </a:lnSpc>
                <a:spcBef>
                  <a:spcPts val="0"/>
                </a:spcBef>
                <a:spcAft>
                  <a:spcPts val="0"/>
                </a:spcAft>
                <a:buClrTx/>
                <a:buSzTx/>
                <a:buFontTx/>
                <a:buNone/>
                <a:tabLst/>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Human in the loop</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Requires human oversight and approval at each step. People review outputs and decide next actions before anything happens.</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sp>
          <p:nvSpPr>
            <p:cNvPr id="32" name="Oval 31">
              <a:extLst>
                <a:ext uri="{FF2B5EF4-FFF2-40B4-BE49-F238E27FC236}">
                  <a16:creationId xmlns:a16="http://schemas.microsoft.com/office/drawing/2014/main" id="{8CA42F82-4995-1D72-FBC2-2DD77E521BDB}"/>
                </a:ext>
              </a:extLst>
            </p:cNvPr>
            <p:cNvSpPr/>
            <p:nvPr/>
          </p:nvSpPr>
          <p:spPr bwMode="auto">
            <a:xfrm>
              <a:off x="12003649" y="9886870"/>
              <a:ext cx="342554" cy="342554"/>
            </a:xfrm>
            <a:prstGeom prst="ellipse">
              <a:avLst/>
            </a:prstGeom>
            <a:solidFill>
              <a:schemeClr val="accent1"/>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F62FE"/>
                </a:solidFill>
                <a:effectLst/>
                <a:uLnTx/>
                <a:uFillTx/>
                <a:latin typeface="IBM Plex Sans Light"/>
                <a:ea typeface="+mn-ea"/>
                <a:cs typeface="+mn-cs"/>
              </a:endParaRPr>
            </a:p>
          </p:txBody>
        </p:sp>
        <p:sp>
          <p:nvSpPr>
            <p:cNvPr id="38" name="Text Placeholder 6">
              <a:extLst>
                <a:ext uri="{FF2B5EF4-FFF2-40B4-BE49-F238E27FC236}">
                  <a16:creationId xmlns:a16="http://schemas.microsoft.com/office/drawing/2014/main" id="{4C6CE8C4-C095-9879-C92C-F6C582ED6F4B}"/>
                </a:ext>
              </a:extLst>
            </p:cNvPr>
            <p:cNvSpPr txBox="1">
              <a:spLocks/>
            </p:cNvSpPr>
            <p:nvPr/>
          </p:nvSpPr>
          <p:spPr>
            <a:xfrm>
              <a:off x="2363495" y="9866026"/>
              <a:ext cx="8728984" cy="14445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defRPr/>
              </a:pPr>
              <a:r>
                <a:rPr kumimoji="0" lang="en-IN" sz="2400" b="0"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Autonomous operation</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lang="en-IN">
                  <a:solidFill>
                    <a:srgbClr val="000000"/>
                  </a:solidFill>
                  <a:latin typeface="IBM Plex Sans Light"/>
                </a:rPr>
                <a:t>Constructs fresh context from external sources on each invocation—no chat history is preserved.</a:t>
              </a:r>
              <a:endParaRPr lang="en-US" kern="0">
                <a:solidFill>
                  <a:srgbClr val="000000"/>
                </a:solidFill>
                <a:latin typeface="IBM Plex Sans Light"/>
              </a:endParaRPr>
            </a:p>
            <a:p>
              <a:pPr marL="0" marR="0" lvl="0" indent="0" algn="r" defTabSz="2438400" rtl="0" eaLnBrk="1" fontAlgn="auto" latinLnBrk="0" hangingPunct="1">
                <a:lnSpc>
                  <a:spcPct val="110000"/>
                </a:lnSpc>
                <a:spcBef>
                  <a:spcPts val="0"/>
                </a:spcBef>
                <a:spcAft>
                  <a:spcPts val="0"/>
                </a:spcAft>
                <a:buClrTx/>
                <a:buSzTx/>
                <a:buFontTx/>
                <a:buNone/>
                <a:tabLst/>
                <a:defRPr/>
              </a:pP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GB"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a:p>
              <a:pPr marL="0" marR="0" lvl="0" indent="0" algn="r" defTabSz="2438400" rtl="0" eaLnBrk="1" fontAlgn="auto" latinLnBrk="0" hangingPunct="1">
                <a:lnSpc>
                  <a:spcPct val="110000"/>
                </a:lnSpc>
                <a:spcBef>
                  <a:spcPts val="0"/>
                </a:spcBef>
                <a:spcAft>
                  <a:spcPts val="0"/>
                </a:spcAft>
                <a:buClrTx/>
                <a:buSzTx/>
                <a:buFontTx/>
                <a:buNone/>
                <a:tabLst/>
                <a:defRPr/>
              </a:pPr>
              <a:endParaRPr kumimoji="0" lang="en-RO"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a:p>
              <a:pPr marL="0" marR="0" lvl="0" indent="0" algn="r" defTabSz="2438400" rtl="0" eaLnBrk="1" fontAlgn="auto" latinLnBrk="0" hangingPunct="1">
                <a:lnSpc>
                  <a:spcPct val="110000"/>
                </a:lnSpc>
                <a:spcBef>
                  <a:spcPts val="0"/>
                </a:spcBef>
                <a:spcAft>
                  <a:spcPts val="0"/>
                </a:spcAft>
                <a:buClrTx/>
                <a:buSzTx/>
                <a:buFontTx/>
                <a:buNone/>
                <a:tabLst/>
                <a:defRPr/>
              </a:pPr>
              <a:endParaRPr kumimoji="0" lang="en-RO" sz="3600" b="0" i="0" u="none" strike="noStrike" kern="0" cap="none" spc="0" normalizeH="0" baseline="0" noProof="0">
                <a:ln>
                  <a:noFill/>
                </a:ln>
                <a:solidFill>
                  <a:srgbClr val="000000"/>
                </a:solidFill>
                <a:effectLst/>
                <a:uLnTx/>
                <a:uFillTx/>
                <a:latin typeface="IBM Plex Sans Light"/>
                <a:ea typeface="+mj-ea"/>
                <a:cs typeface="+mj-cs"/>
                <a:sym typeface="IBM Plex Sans Light"/>
              </a:endParaRPr>
            </a:p>
          </p:txBody>
        </p:sp>
      </p:grpSp>
      <p:sp>
        <p:nvSpPr>
          <p:cNvPr id="6" name="TextBox 5">
            <a:extLst>
              <a:ext uri="{FF2B5EF4-FFF2-40B4-BE49-F238E27FC236}">
                <a16:creationId xmlns:a16="http://schemas.microsoft.com/office/drawing/2014/main" id="{BCB0DE0C-39BE-6FDC-5355-BF8358C335FB}"/>
              </a:ext>
            </a:extLst>
          </p:cNvPr>
          <p:cNvSpPr txBox="1"/>
          <p:nvPr/>
        </p:nvSpPr>
        <p:spPr>
          <a:xfrm>
            <a:off x="22070549" y="16503947"/>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67969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out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out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5F7FF"/>
        </a:solidFill>
        <a:effectLst/>
      </p:bgPr>
    </p:bg>
    <p:spTree>
      <p:nvGrpSpPr>
        <p:cNvPr id="1" name="">
          <a:extLst>
            <a:ext uri="{FF2B5EF4-FFF2-40B4-BE49-F238E27FC236}">
              <a16:creationId xmlns:a16="http://schemas.microsoft.com/office/drawing/2014/main" id="{148DEA3C-FBC4-0B39-CBC5-E8A4B5A53207}"/>
            </a:ext>
          </a:extLst>
        </p:cNvPr>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C3481A5A-2BA4-CFB7-163F-5DA545D1A1FC}"/>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13</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Box 17">
            <a:extLst>
              <a:ext uri="{FF2B5EF4-FFF2-40B4-BE49-F238E27FC236}">
                <a16:creationId xmlns:a16="http://schemas.microsoft.com/office/drawing/2014/main" id="{BA48FFA1-9A1F-3B78-537B-C2997B2B5B3F}"/>
              </a:ext>
            </a:extLst>
          </p:cNvPr>
          <p:cNvSpPr txBox="1"/>
          <p:nvPr/>
        </p:nvSpPr>
        <p:spPr>
          <a:xfrm>
            <a:off x="163286" y="-408214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grpSp>
        <p:nvGrpSpPr>
          <p:cNvPr id="20" name="Group 19">
            <a:extLst>
              <a:ext uri="{FF2B5EF4-FFF2-40B4-BE49-F238E27FC236}">
                <a16:creationId xmlns:a16="http://schemas.microsoft.com/office/drawing/2014/main" id="{D5EE8D70-DDE0-4CE2-6F54-16D8AF4CA8B9}"/>
              </a:ext>
            </a:extLst>
          </p:cNvPr>
          <p:cNvGrpSpPr/>
          <p:nvPr/>
        </p:nvGrpSpPr>
        <p:grpSpPr>
          <a:xfrm>
            <a:off x="1394460" y="3431046"/>
            <a:ext cx="9372600" cy="1735314"/>
            <a:chOff x="1394460" y="3431046"/>
            <a:chExt cx="9372600" cy="1735314"/>
          </a:xfrm>
        </p:grpSpPr>
        <p:sp>
          <p:nvSpPr>
            <p:cNvPr id="8" name="Rounded Rectangle 7">
              <a:extLst>
                <a:ext uri="{FF2B5EF4-FFF2-40B4-BE49-F238E27FC236}">
                  <a16:creationId xmlns:a16="http://schemas.microsoft.com/office/drawing/2014/main" id="{801ED20D-CECA-6008-F3F6-CC56C59099C0}"/>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4" name="Text Placeholder 6">
              <a:extLst>
                <a:ext uri="{FF2B5EF4-FFF2-40B4-BE49-F238E27FC236}">
                  <a16:creationId xmlns:a16="http://schemas.microsoft.com/office/drawing/2014/main" id="{C90A7F6E-E29A-175E-D53D-01DBD58C6957}"/>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Medm" panose="020B0503050203000203" pitchFamily="34" charset="0"/>
                  <a:ea typeface="+mj-ea"/>
                  <a:cs typeface="+mj-cs"/>
                  <a:sym typeface="IBM Plex Sans Light"/>
                </a:rPr>
                <a:t>Control</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Human controls every step</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sp>
        <p:nvSpPr>
          <p:cNvPr id="6" name="Title 2">
            <a:extLst>
              <a:ext uri="{FF2B5EF4-FFF2-40B4-BE49-F238E27FC236}">
                <a16:creationId xmlns:a16="http://schemas.microsoft.com/office/drawing/2014/main" id="{FB571305-FA3F-8375-3376-ECD6C2E10AC2}"/>
              </a:ext>
            </a:extLst>
          </p:cNvPr>
          <p:cNvSpPr>
            <a:spLocks noGrp="1"/>
          </p:cNvSpPr>
          <p:nvPr>
            <p:ph type="title"/>
          </p:nvPr>
        </p:nvSpPr>
        <p:spPr>
          <a:xfrm>
            <a:off x="1371600" y="598152"/>
            <a:ext cx="24387175" cy="918686"/>
          </a:xfrm>
        </p:spPr>
        <p:txBody>
          <a:bodyPr/>
          <a:lstStyle/>
          <a:p>
            <a:r>
              <a:rPr lang="en-US" sz="4800"/>
              <a:t>Rethinking the fundamentals of UX</a:t>
            </a:r>
          </a:p>
        </p:txBody>
      </p:sp>
      <p:sp>
        <p:nvSpPr>
          <p:cNvPr id="16" name="Title 2">
            <a:extLst>
              <a:ext uri="{FF2B5EF4-FFF2-40B4-BE49-F238E27FC236}">
                <a16:creationId xmlns:a16="http://schemas.microsoft.com/office/drawing/2014/main" id="{F5F442C8-2CBD-960D-7EA0-7E76728CA65E}"/>
              </a:ext>
            </a:extLst>
          </p:cNvPr>
          <p:cNvSpPr txBox="1">
            <a:spLocks/>
          </p:cNvSpPr>
          <p:nvPr/>
        </p:nvSpPr>
        <p:spPr>
          <a:xfrm>
            <a:off x="1394460" y="2512360"/>
            <a:ext cx="8161020" cy="91868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Traditional UI</a:t>
            </a:r>
          </a:p>
        </p:txBody>
      </p:sp>
      <p:grpSp>
        <p:nvGrpSpPr>
          <p:cNvPr id="21" name="Group 20">
            <a:extLst>
              <a:ext uri="{FF2B5EF4-FFF2-40B4-BE49-F238E27FC236}">
                <a16:creationId xmlns:a16="http://schemas.microsoft.com/office/drawing/2014/main" id="{7C2D8174-B4B2-CE28-806B-5D5C3D4FE339}"/>
              </a:ext>
            </a:extLst>
          </p:cNvPr>
          <p:cNvGrpSpPr/>
          <p:nvPr/>
        </p:nvGrpSpPr>
        <p:grpSpPr>
          <a:xfrm>
            <a:off x="1371600" y="5717046"/>
            <a:ext cx="9372600" cy="1735314"/>
            <a:chOff x="1394460" y="3431046"/>
            <a:chExt cx="9372600" cy="1735314"/>
          </a:xfrm>
        </p:grpSpPr>
        <p:sp>
          <p:nvSpPr>
            <p:cNvPr id="22" name="Rounded Rectangle 21">
              <a:extLst>
                <a:ext uri="{FF2B5EF4-FFF2-40B4-BE49-F238E27FC236}">
                  <a16:creationId xmlns:a16="http://schemas.microsoft.com/office/drawing/2014/main" id="{FDE0C8B6-B3DE-98B5-7E06-E494A619FA74}"/>
                </a:ext>
              </a:extLst>
            </p:cNvPr>
            <p:cNvSpPr/>
            <p:nvPr/>
          </p:nvSpPr>
          <p:spPr bwMode="auto">
            <a:xfrm>
              <a:off x="1394460" y="3431046"/>
              <a:ext cx="9372600" cy="1735314"/>
            </a:xfrm>
            <a:prstGeom prst="roundRect">
              <a:avLst/>
            </a:prstGeom>
            <a:solidFill>
              <a:schemeClr val="bg1"/>
            </a:solidFill>
            <a:ln w="19050">
              <a:solidFill>
                <a:srgbClr val="FCF4D6"/>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23" name="Text Placeholder 6">
              <a:extLst>
                <a:ext uri="{FF2B5EF4-FFF2-40B4-BE49-F238E27FC236}">
                  <a16:creationId xmlns:a16="http://schemas.microsoft.com/office/drawing/2014/main" id="{F48DC181-CEDD-D1A6-3BDC-1726EFE68D1A}"/>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Synchronous</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Immediate feedback loops</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40" name="Group 39">
            <a:extLst>
              <a:ext uri="{FF2B5EF4-FFF2-40B4-BE49-F238E27FC236}">
                <a16:creationId xmlns:a16="http://schemas.microsoft.com/office/drawing/2014/main" id="{3BB95A58-C4F1-7AF3-2159-B14632E757FD}"/>
              </a:ext>
            </a:extLst>
          </p:cNvPr>
          <p:cNvGrpSpPr/>
          <p:nvPr/>
        </p:nvGrpSpPr>
        <p:grpSpPr>
          <a:xfrm>
            <a:off x="1303020" y="8025906"/>
            <a:ext cx="9372600" cy="1735314"/>
            <a:chOff x="1394460" y="3431046"/>
            <a:chExt cx="9372600" cy="1735314"/>
          </a:xfrm>
        </p:grpSpPr>
        <p:sp>
          <p:nvSpPr>
            <p:cNvPr id="42" name="Rounded Rectangle 41">
              <a:extLst>
                <a:ext uri="{FF2B5EF4-FFF2-40B4-BE49-F238E27FC236}">
                  <a16:creationId xmlns:a16="http://schemas.microsoft.com/office/drawing/2014/main" id="{B6FF734D-A309-ADAC-03ED-916E318D5F4C}"/>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3" name="Text Placeholder 6">
              <a:extLst>
                <a:ext uri="{FF2B5EF4-FFF2-40B4-BE49-F238E27FC236}">
                  <a16:creationId xmlns:a16="http://schemas.microsoft.com/office/drawing/2014/main" id="{AAABC80B-77A7-80D8-773C-AE07F3329993}"/>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Visible</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Everything happens on screen</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44" name="Group 43">
            <a:extLst>
              <a:ext uri="{FF2B5EF4-FFF2-40B4-BE49-F238E27FC236}">
                <a16:creationId xmlns:a16="http://schemas.microsoft.com/office/drawing/2014/main" id="{097656A3-7654-D9D7-8EFC-4D0E4D8E176B}"/>
              </a:ext>
            </a:extLst>
          </p:cNvPr>
          <p:cNvGrpSpPr/>
          <p:nvPr/>
        </p:nvGrpSpPr>
        <p:grpSpPr>
          <a:xfrm>
            <a:off x="1303020" y="10266186"/>
            <a:ext cx="9372600" cy="1735314"/>
            <a:chOff x="1394460" y="3431046"/>
            <a:chExt cx="9372600" cy="1735314"/>
          </a:xfrm>
        </p:grpSpPr>
        <p:sp>
          <p:nvSpPr>
            <p:cNvPr id="45" name="Rounded Rectangle 44">
              <a:extLst>
                <a:ext uri="{FF2B5EF4-FFF2-40B4-BE49-F238E27FC236}">
                  <a16:creationId xmlns:a16="http://schemas.microsoft.com/office/drawing/2014/main" id="{ED886298-4AB8-6C38-E767-A44D068FBD47}"/>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6" name="Text Placeholder 6">
              <a:extLst>
                <a:ext uri="{FF2B5EF4-FFF2-40B4-BE49-F238E27FC236}">
                  <a16:creationId xmlns:a16="http://schemas.microsoft.com/office/drawing/2014/main" id="{DA51BFB5-4B25-3E22-23BD-11BC20EB6717}"/>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Interface</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Arranging visual elements</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47" name="Group 46">
            <a:extLst>
              <a:ext uri="{FF2B5EF4-FFF2-40B4-BE49-F238E27FC236}">
                <a16:creationId xmlns:a16="http://schemas.microsoft.com/office/drawing/2014/main" id="{6B04C4B3-C7E4-DA1E-9A8C-6E94E9CCBE7C}"/>
              </a:ext>
            </a:extLst>
          </p:cNvPr>
          <p:cNvGrpSpPr/>
          <p:nvPr/>
        </p:nvGrpSpPr>
        <p:grpSpPr>
          <a:xfrm>
            <a:off x="13139221" y="3488211"/>
            <a:ext cx="9372600" cy="1735314"/>
            <a:chOff x="1394460" y="3431046"/>
            <a:chExt cx="9372600" cy="1735314"/>
          </a:xfrm>
        </p:grpSpPr>
        <p:sp>
          <p:nvSpPr>
            <p:cNvPr id="48" name="Rounded Rectangle 47">
              <a:extLst>
                <a:ext uri="{FF2B5EF4-FFF2-40B4-BE49-F238E27FC236}">
                  <a16:creationId xmlns:a16="http://schemas.microsoft.com/office/drawing/2014/main" id="{4A03DCEB-BA1A-74F4-602B-F7E3B6882C72}"/>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9" name="Text Placeholder 6">
              <a:extLst>
                <a:ext uri="{FF2B5EF4-FFF2-40B4-BE49-F238E27FC236}">
                  <a16:creationId xmlns:a16="http://schemas.microsoft.com/office/drawing/2014/main" id="{3907BF4A-26DB-1E4F-6A5E-1A364A2EC948}"/>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Collaboration</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Human sets goals, agent determines steps</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sp>
        <p:nvSpPr>
          <p:cNvPr id="50" name="Title 2">
            <a:extLst>
              <a:ext uri="{FF2B5EF4-FFF2-40B4-BE49-F238E27FC236}">
                <a16:creationId xmlns:a16="http://schemas.microsoft.com/office/drawing/2014/main" id="{20CF6291-C181-9D02-7050-6F24E0A0E5A4}"/>
              </a:ext>
            </a:extLst>
          </p:cNvPr>
          <p:cNvSpPr txBox="1">
            <a:spLocks/>
          </p:cNvSpPr>
          <p:nvPr/>
        </p:nvSpPr>
        <p:spPr>
          <a:xfrm>
            <a:off x="13139221" y="2512360"/>
            <a:ext cx="8161020" cy="91868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Headless AI agent model</a:t>
            </a:r>
          </a:p>
        </p:txBody>
      </p:sp>
      <p:grpSp>
        <p:nvGrpSpPr>
          <p:cNvPr id="51" name="Group 50">
            <a:extLst>
              <a:ext uri="{FF2B5EF4-FFF2-40B4-BE49-F238E27FC236}">
                <a16:creationId xmlns:a16="http://schemas.microsoft.com/office/drawing/2014/main" id="{A3F798DA-930A-13DB-5E56-CB1D751E9933}"/>
              </a:ext>
            </a:extLst>
          </p:cNvPr>
          <p:cNvGrpSpPr/>
          <p:nvPr/>
        </p:nvGrpSpPr>
        <p:grpSpPr>
          <a:xfrm>
            <a:off x="13139221" y="5717046"/>
            <a:ext cx="9372600" cy="1735314"/>
            <a:chOff x="1394460" y="3431046"/>
            <a:chExt cx="9372600" cy="1735314"/>
          </a:xfrm>
        </p:grpSpPr>
        <p:sp>
          <p:nvSpPr>
            <p:cNvPr id="52" name="Rounded Rectangle 51">
              <a:extLst>
                <a:ext uri="{FF2B5EF4-FFF2-40B4-BE49-F238E27FC236}">
                  <a16:creationId xmlns:a16="http://schemas.microsoft.com/office/drawing/2014/main" id="{BDAA3008-F71B-CA4D-C75D-68958D125B5C}"/>
                </a:ext>
              </a:extLst>
            </p:cNvPr>
            <p:cNvSpPr/>
            <p:nvPr/>
          </p:nvSpPr>
          <p:spPr bwMode="auto">
            <a:xfrm>
              <a:off x="1394460" y="3431046"/>
              <a:ext cx="9372600" cy="1735314"/>
            </a:xfrm>
            <a:prstGeom prst="roundRect">
              <a:avLst/>
            </a:prstGeom>
            <a:solidFill>
              <a:schemeClr val="bg1"/>
            </a:solidFill>
            <a:ln w="19050">
              <a:solidFill>
                <a:srgbClr val="FCF4D6"/>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53" name="Text Placeholder 6">
              <a:extLst>
                <a:ext uri="{FF2B5EF4-FFF2-40B4-BE49-F238E27FC236}">
                  <a16:creationId xmlns:a16="http://schemas.microsoft.com/office/drawing/2014/main" id="{934E97DD-D60B-1D65-C712-FE8CBFABFAF2}"/>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Asynchronous</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Agents work while you sleep</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54" name="Group 53">
            <a:extLst>
              <a:ext uri="{FF2B5EF4-FFF2-40B4-BE49-F238E27FC236}">
                <a16:creationId xmlns:a16="http://schemas.microsoft.com/office/drawing/2014/main" id="{453A0CEA-88A2-8DD7-9668-ED2BBBC213B7}"/>
              </a:ext>
            </a:extLst>
          </p:cNvPr>
          <p:cNvGrpSpPr/>
          <p:nvPr/>
        </p:nvGrpSpPr>
        <p:grpSpPr>
          <a:xfrm>
            <a:off x="13047781" y="8025906"/>
            <a:ext cx="9372600" cy="1735314"/>
            <a:chOff x="1394460" y="3431046"/>
            <a:chExt cx="9372600" cy="1735314"/>
          </a:xfrm>
        </p:grpSpPr>
        <p:sp>
          <p:nvSpPr>
            <p:cNvPr id="55" name="Rounded Rectangle 54">
              <a:extLst>
                <a:ext uri="{FF2B5EF4-FFF2-40B4-BE49-F238E27FC236}">
                  <a16:creationId xmlns:a16="http://schemas.microsoft.com/office/drawing/2014/main" id="{B3C1A0D9-3848-0297-5BE3-64764B5800E2}"/>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56" name="Text Placeholder 6">
              <a:extLst>
                <a:ext uri="{FF2B5EF4-FFF2-40B4-BE49-F238E27FC236}">
                  <a16:creationId xmlns:a16="http://schemas.microsoft.com/office/drawing/2014/main" id="{97336AB0-0F5F-E2EB-B2B0-2F017F477D14}"/>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Invisible</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Most work happens in the background</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grpSp>
        <p:nvGrpSpPr>
          <p:cNvPr id="57" name="Group 56">
            <a:extLst>
              <a:ext uri="{FF2B5EF4-FFF2-40B4-BE49-F238E27FC236}">
                <a16:creationId xmlns:a16="http://schemas.microsoft.com/office/drawing/2014/main" id="{0E5D38CE-938D-8CA5-9327-B336FFE473BC}"/>
              </a:ext>
            </a:extLst>
          </p:cNvPr>
          <p:cNvGrpSpPr/>
          <p:nvPr/>
        </p:nvGrpSpPr>
        <p:grpSpPr>
          <a:xfrm>
            <a:off x="13047781" y="10266186"/>
            <a:ext cx="9372600" cy="1735314"/>
            <a:chOff x="1394460" y="3431046"/>
            <a:chExt cx="9372600" cy="1735314"/>
          </a:xfrm>
        </p:grpSpPr>
        <p:sp>
          <p:nvSpPr>
            <p:cNvPr id="58" name="Rounded Rectangle 57">
              <a:extLst>
                <a:ext uri="{FF2B5EF4-FFF2-40B4-BE49-F238E27FC236}">
                  <a16:creationId xmlns:a16="http://schemas.microsoft.com/office/drawing/2014/main" id="{D06B9C0A-9848-C5B9-CD02-3D1CD210B47C}"/>
                </a:ext>
              </a:extLst>
            </p:cNvPr>
            <p:cNvSpPr/>
            <p:nvPr/>
          </p:nvSpPr>
          <p:spPr bwMode="auto">
            <a:xfrm>
              <a:off x="1394460" y="3431046"/>
              <a:ext cx="9372600" cy="1735314"/>
            </a:xfrm>
            <a:prstGeom prst="roundRect">
              <a:avLst/>
            </a:prstGeom>
            <a:solidFill>
              <a:schemeClr val="bg1"/>
            </a:solidFill>
            <a:ln w="19050">
              <a:solidFill>
                <a:srgbClr val="E5F6FF"/>
              </a:solidFill>
              <a:headEnd type="none" w="med" len="med"/>
              <a:tailEnd type="none" w="med" len="med"/>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59" name="Text Placeholder 6">
              <a:extLst>
                <a:ext uri="{FF2B5EF4-FFF2-40B4-BE49-F238E27FC236}">
                  <a16:creationId xmlns:a16="http://schemas.microsoft.com/office/drawing/2014/main" id="{8E3BD948-A720-6A9E-C115-910D40864C3F}"/>
                </a:ext>
              </a:extLst>
            </p:cNvPr>
            <p:cNvSpPr txBox="1">
              <a:spLocks/>
            </p:cNvSpPr>
            <p:nvPr/>
          </p:nvSpPr>
          <p:spPr>
            <a:xfrm>
              <a:off x="1989654" y="3858980"/>
              <a:ext cx="7907892" cy="9187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20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System Design</a:t>
              </a:r>
              <a:br>
                <a:rPr kumimoji="0" lang="en-IN" sz="24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br>
              <a:r>
                <a:rPr kumimoji="0" lang="en-IN" sz="2000" b="0"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Orchestrating behaviours and decisions</a:t>
              </a:r>
              <a:r>
                <a:rPr kumimoji="0" lang="en-IN"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rPr>
                <a:t>.</a:t>
              </a:r>
              <a:endParaRPr kumimoji="0" lang="en-RO" sz="2000" b="0" i="0" u="none" strike="noStrike" kern="1200" cap="none" spc="0" normalizeH="0" baseline="0" noProof="0">
                <a:ln>
                  <a:noFill/>
                </a:ln>
                <a:solidFill>
                  <a:srgbClr val="000000">
                    <a:lumMod val="50000"/>
                    <a:lumOff val="50000"/>
                  </a:srgbClr>
                </a:solidFill>
                <a:effectLst/>
                <a:uLnTx/>
                <a:uFillTx/>
                <a:latin typeface="IBM Plex Sans" panose="020B0503050203000203" pitchFamily="34" charset="0"/>
                <a:ea typeface="+mj-ea"/>
                <a:cs typeface="+mj-cs"/>
                <a:sym typeface="IBM Plex Sans Light"/>
              </a:endParaRPr>
            </a:p>
          </p:txBody>
        </p:sp>
      </p:grpSp>
      <p:pic>
        <p:nvPicPr>
          <p:cNvPr id="61" name="Graphic 60">
            <a:extLst>
              <a:ext uri="{FF2B5EF4-FFF2-40B4-BE49-F238E27FC236}">
                <a16:creationId xmlns:a16="http://schemas.microsoft.com/office/drawing/2014/main" id="{253F802A-0719-51D7-BA78-C6348B3F95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62254" y="3858980"/>
            <a:ext cx="993776" cy="993776"/>
          </a:xfrm>
          <a:prstGeom prst="rect">
            <a:avLst/>
          </a:prstGeom>
        </p:spPr>
      </p:pic>
      <p:pic>
        <p:nvPicPr>
          <p:cNvPr id="62" name="Graphic 61">
            <a:extLst>
              <a:ext uri="{FF2B5EF4-FFF2-40B4-BE49-F238E27FC236}">
                <a16:creationId xmlns:a16="http://schemas.microsoft.com/office/drawing/2014/main" id="{26210B91-60B7-630F-3FBD-2AD1DB81A73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25678" y="6108404"/>
            <a:ext cx="993776" cy="993776"/>
          </a:xfrm>
          <a:prstGeom prst="rect">
            <a:avLst/>
          </a:prstGeom>
        </p:spPr>
      </p:pic>
      <p:pic>
        <p:nvPicPr>
          <p:cNvPr id="63" name="Graphic 62">
            <a:extLst>
              <a:ext uri="{FF2B5EF4-FFF2-40B4-BE49-F238E27FC236}">
                <a16:creationId xmlns:a16="http://schemas.microsoft.com/office/drawing/2014/main" id="{C94BBF47-38A2-B6C9-C6A9-EA2403E7FC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25678" y="8229812"/>
            <a:ext cx="993776" cy="993776"/>
          </a:xfrm>
          <a:prstGeom prst="rect">
            <a:avLst/>
          </a:prstGeom>
        </p:spPr>
      </p:pic>
      <p:pic>
        <p:nvPicPr>
          <p:cNvPr id="64" name="Graphic 63">
            <a:extLst>
              <a:ext uri="{FF2B5EF4-FFF2-40B4-BE49-F238E27FC236}">
                <a16:creationId xmlns:a16="http://schemas.microsoft.com/office/drawing/2014/main" id="{C2C86D19-6E97-A95F-D51F-F1A084E3EE2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25678" y="10662116"/>
            <a:ext cx="993776" cy="993776"/>
          </a:xfrm>
          <a:prstGeom prst="rect">
            <a:avLst/>
          </a:prstGeom>
        </p:spPr>
      </p:pic>
    </p:spTree>
    <p:extLst>
      <p:ext uri="{BB962C8B-B14F-4D97-AF65-F5344CB8AC3E}">
        <p14:creationId xmlns:p14="http://schemas.microsoft.com/office/powerpoint/2010/main" val="373959884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F5FF"/>
        </a:solidFill>
        <a:effectLst/>
      </p:bgPr>
    </p:bg>
    <p:spTree>
      <p:nvGrpSpPr>
        <p:cNvPr id="1" name="">
          <a:extLst>
            <a:ext uri="{FF2B5EF4-FFF2-40B4-BE49-F238E27FC236}">
              <a16:creationId xmlns:a16="http://schemas.microsoft.com/office/drawing/2014/main" id="{BCF9CEEE-D0B1-C5E5-0BC3-2BDF9294DF03}"/>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54CCA8B4-E46C-EB3E-2DA7-AE6ACA954D24}"/>
              </a:ext>
            </a:extLst>
          </p:cNvPr>
          <p:cNvSpPr/>
          <p:nvPr/>
        </p:nvSpPr>
        <p:spPr bwMode="auto">
          <a:xfrm>
            <a:off x="8887829" y="5797614"/>
            <a:ext cx="1604210" cy="1604210"/>
          </a:xfrm>
          <a:prstGeom prst="ellipse">
            <a:avLst/>
          </a:prstGeom>
          <a:solidFill>
            <a:srgbClr val="3DDBD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6" name="Text Placeholder 6">
            <a:extLst>
              <a:ext uri="{FF2B5EF4-FFF2-40B4-BE49-F238E27FC236}">
                <a16:creationId xmlns:a16="http://schemas.microsoft.com/office/drawing/2014/main" id="{F0EA0C16-ADD0-A44F-BAA9-D504751C5036}"/>
              </a:ext>
            </a:extLst>
          </p:cNvPr>
          <p:cNvSpPr txBox="1">
            <a:spLocks/>
          </p:cNvSpPr>
          <p:nvPr/>
        </p:nvSpPr>
        <p:spPr>
          <a:xfrm>
            <a:off x="9069042" y="6253476"/>
            <a:ext cx="1241783" cy="835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2</a:t>
            </a:r>
            <a:endParaRPr kumimoji="0" lang="en-RO"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7" name="Oval 6">
            <a:extLst>
              <a:ext uri="{FF2B5EF4-FFF2-40B4-BE49-F238E27FC236}">
                <a16:creationId xmlns:a16="http://schemas.microsoft.com/office/drawing/2014/main" id="{C659E940-6E6C-DC3F-8ED3-C2BDBED20F26}"/>
              </a:ext>
            </a:extLst>
          </p:cNvPr>
          <p:cNvSpPr/>
          <p:nvPr/>
        </p:nvSpPr>
        <p:spPr bwMode="auto">
          <a:xfrm>
            <a:off x="13876924" y="5765529"/>
            <a:ext cx="1604210" cy="1604210"/>
          </a:xfrm>
          <a:prstGeom prst="ellipse">
            <a:avLst/>
          </a:prstGeom>
          <a:solidFill>
            <a:schemeClr val="accent6">
              <a:lumMod val="40000"/>
              <a:lumOff val="60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8" name="Text Placeholder 6">
            <a:extLst>
              <a:ext uri="{FF2B5EF4-FFF2-40B4-BE49-F238E27FC236}">
                <a16:creationId xmlns:a16="http://schemas.microsoft.com/office/drawing/2014/main" id="{F6E6A9CA-097B-1000-5146-DDB28FB16296}"/>
              </a:ext>
            </a:extLst>
          </p:cNvPr>
          <p:cNvSpPr txBox="1">
            <a:spLocks/>
          </p:cNvSpPr>
          <p:nvPr/>
        </p:nvSpPr>
        <p:spPr>
          <a:xfrm>
            <a:off x="14058137" y="6221391"/>
            <a:ext cx="1241783" cy="835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3</a:t>
            </a:r>
            <a:endParaRPr kumimoji="0" lang="en-RO"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9" name="Oval 8">
            <a:extLst>
              <a:ext uri="{FF2B5EF4-FFF2-40B4-BE49-F238E27FC236}">
                <a16:creationId xmlns:a16="http://schemas.microsoft.com/office/drawing/2014/main" id="{665D8A12-CEEA-FF35-6104-322F722C2720}"/>
              </a:ext>
            </a:extLst>
          </p:cNvPr>
          <p:cNvSpPr/>
          <p:nvPr/>
        </p:nvSpPr>
        <p:spPr bwMode="auto">
          <a:xfrm>
            <a:off x="18914145" y="5813655"/>
            <a:ext cx="1604210" cy="1604210"/>
          </a:xfrm>
          <a:prstGeom prst="ellipse">
            <a:avLst/>
          </a:prstGeom>
          <a:solidFill>
            <a:srgbClr val="FDDC69"/>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10" name="Text Placeholder 6">
            <a:extLst>
              <a:ext uri="{FF2B5EF4-FFF2-40B4-BE49-F238E27FC236}">
                <a16:creationId xmlns:a16="http://schemas.microsoft.com/office/drawing/2014/main" id="{29D71757-B9AC-8347-5816-06BF5E640529}"/>
              </a:ext>
            </a:extLst>
          </p:cNvPr>
          <p:cNvSpPr txBox="1">
            <a:spLocks/>
          </p:cNvSpPr>
          <p:nvPr/>
        </p:nvSpPr>
        <p:spPr>
          <a:xfrm>
            <a:off x="19095358" y="6269517"/>
            <a:ext cx="1241783" cy="835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4</a:t>
            </a:r>
            <a:endParaRPr kumimoji="0" lang="en-RO"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3" name="Oval 2">
            <a:extLst>
              <a:ext uri="{FF2B5EF4-FFF2-40B4-BE49-F238E27FC236}">
                <a16:creationId xmlns:a16="http://schemas.microsoft.com/office/drawing/2014/main" id="{892B6B95-E491-E6E8-7044-AC0850814686}"/>
              </a:ext>
            </a:extLst>
          </p:cNvPr>
          <p:cNvSpPr/>
          <p:nvPr/>
        </p:nvSpPr>
        <p:spPr bwMode="auto">
          <a:xfrm>
            <a:off x="3722271" y="5733446"/>
            <a:ext cx="1604210" cy="1604210"/>
          </a:xfrm>
          <a:prstGeom prst="ellipse">
            <a:avLst/>
          </a:prstGeom>
          <a:solidFill>
            <a:schemeClr val="accent3">
              <a:lumMod val="40000"/>
              <a:lumOff val="60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
        <p:nvSpPr>
          <p:cNvPr id="11" name="Text Placeholder 6">
            <a:extLst>
              <a:ext uri="{FF2B5EF4-FFF2-40B4-BE49-F238E27FC236}">
                <a16:creationId xmlns:a16="http://schemas.microsoft.com/office/drawing/2014/main" id="{98C6C785-D876-DC95-8464-AA573582AB4D}"/>
              </a:ext>
            </a:extLst>
          </p:cNvPr>
          <p:cNvSpPr txBox="1">
            <a:spLocks/>
          </p:cNvSpPr>
          <p:nvPr/>
        </p:nvSpPr>
        <p:spPr>
          <a:xfrm>
            <a:off x="1933576" y="7707961"/>
            <a:ext cx="5080000" cy="1710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Scope &amp;</a:t>
            </a:r>
          </a:p>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policy</a:t>
            </a:r>
            <a:endParaRPr kumimoji="0" lang="en-RO"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endParaRPr>
          </a:p>
        </p:txBody>
      </p:sp>
      <p:sp>
        <p:nvSpPr>
          <p:cNvPr id="13" name="Text Placeholder 6">
            <a:extLst>
              <a:ext uri="{FF2B5EF4-FFF2-40B4-BE49-F238E27FC236}">
                <a16:creationId xmlns:a16="http://schemas.microsoft.com/office/drawing/2014/main" id="{5946DEED-B9A5-650D-A2A6-E6E5EBDA8FB7}"/>
              </a:ext>
            </a:extLst>
          </p:cNvPr>
          <p:cNvSpPr txBox="1">
            <a:spLocks/>
          </p:cNvSpPr>
          <p:nvPr/>
        </p:nvSpPr>
        <p:spPr>
          <a:xfrm>
            <a:off x="3903484" y="6189308"/>
            <a:ext cx="1241783" cy="835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4400" b="1" i="0" u="none" strike="noStrike" kern="1200" cap="none" spc="0" normalizeH="0" baseline="0" noProof="0">
                <a:ln>
                  <a:noFill/>
                </a:ln>
                <a:solidFill>
                  <a:srgbClr val="000000"/>
                </a:solidFill>
                <a:effectLst/>
                <a:uLnTx/>
                <a:uFillTx/>
                <a:latin typeface="IBM Plex Sans" panose="020B0503050203000203" pitchFamily="34" charset="0"/>
                <a:ea typeface="+mj-ea"/>
                <a:cs typeface="+mj-cs"/>
                <a:sym typeface="IBM Plex Sans Light"/>
              </a:rPr>
              <a:t>1</a:t>
            </a:r>
            <a:endParaRPr kumimoji="0" lang="en-RO" sz="4400" b="1" i="0" u="none" strike="noStrike" kern="0" cap="none" spc="0" normalizeH="0" baseline="0" noProof="0">
              <a:ln>
                <a:noFill/>
              </a:ln>
              <a:solidFill>
                <a:srgbClr val="000000"/>
              </a:solidFill>
              <a:effectLst/>
              <a:uLnTx/>
              <a:uFillTx/>
              <a:latin typeface="IBM Plex Sans" panose="020B0503050203000203" pitchFamily="34" charset="0"/>
              <a:ea typeface="+mj-ea"/>
              <a:cs typeface="+mj-cs"/>
              <a:sym typeface="IBM Plex Sans Light"/>
            </a:endParaRPr>
          </a:p>
        </p:txBody>
      </p:sp>
      <p:sp>
        <p:nvSpPr>
          <p:cNvPr id="14" name="Text Placeholder 6">
            <a:extLst>
              <a:ext uri="{FF2B5EF4-FFF2-40B4-BE49-F238E27FC236}">
                <a16:creationId xmlns:a16="http://schemas.microsoft.com/office/drawing/2014/main" id="{DEA180FA-4C72-D4CA-8437-943DD056C94B}"/>
              </a:ext>
            </a:extLst>
          </p:cNvPr>
          <p:cNvSpPr txBox="1">
            <a:spLocks/>
          </p:cNvSpPr>
          <p:nvPr/>
        </p:nvSpPr>
        <p:spPr>
          <a:xfrm>
            <a:off x="7064376" y="7707961"/>
            <a:ext cx="5080000" cy="1710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Trace</a:t>
            </a:r>
          </a:p>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view</a:t>
            </a:r>
            <a:endParaRPr kumimoji="0" lang="en-RO"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endParaRPr>
          </a:p>
        </p:txBody>
      </p:sp>
      <p:sp>
        <p:nvSpPr>
          <p:cNvPr id="17" name="Text Placeholder 6">
            <a:extLst>
              <a:ext uri="{FF2B5EF4-FFF2-40B4-BE49-F238E27FC236}">
                <a16:creationId xmlns:a16="http://schemas.microsoft.com/office/drawing/2014/main" id="{AB9E2BF4-77F6-9FE8-EEC6-51699B475CD3}"/>
              </a:ext>
            </a:extLst>
          </p:cNvPr>
          <p:cNvSpPr txBox="1">
            <a:spLocks/>
          </p:cNvSpPr>
          <p:nvPr/>
        </p:nvSpPr>
        <p:spPr>
          <a:xfrm>
            <a:off x="12144376" y="7707961"/>
            <a:ext cx="5080000" cy="1710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Contextual</a:t>
            </a:r>
          </a:p>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chat</a:t>
            </a:r>
            <a:endParaRPr kumimoji="0" lang="en-RO"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endParaRPr>
          </a:p>
        </p:txBody>
      </p:sp>
      <p:sp>
        <p:nvSpPr>
          <p:cNvPr id="20" name="Text Placeholder 6">
            <a:extLst>
              <a:ext uri="{FF2B5EF4-FFF2-40B4-BE49-F238E27FC236}">
                <a16:creationId xmlns:a16="http://schemas.microsoft.com/office/drawing/2014/main" id="{5B624E98-5CCC-D005-5B59-2185B7FB9CE4}"/>
              </a:ext>
            </a:extLst>
          </p:cNvPr>
          <p:cNvSpPr txBox="1">
            <a:spLocks/>
          </p:cNvSpPr>
          <p:nvPr/>
        </p:nvSpPr>
        <p:spPr>
          <a:xfrm>
            <a:off x="17097376" y="7657161"/>
            <a:ext cx="5080000" cy="1710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120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Agent</a:t>
            </a:r>
          </a:p>
          <a:p>
            <a:pPr marL="0" marR="0" lvl="0" indent="0" algn="ctr" defTabSz="2438400" rtl="0" eaLnBrk="1" fontAlgn="auto" latinLnBrk="0" hangingPunct="1">
              <a:lnSpc>
                <a:spcPct val="110000"/>
              </a:lnSpc>
              <a:spcBef>
                <a:spcPts val="0"/>
              </a:spcBef>
              <a:spcAft>
                <a:spcPts val="0"/>
              </a:spcAft>
              <a:buClrTx/>
              <a:buSzTx/>
              <a:buFontTx/>
              <a:buNone/>
              <a:tabLst/>
              <a:defRPr/>
            </a:pPr>
            <a:r>
              <a:rPr kumimoji="0" lang="en-US"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rPr>
              <a:t>identity</a:t>
            </a:r>
            <a:endParaRPr kumimoji="0" lang="en-RO" sz="3600" b="1" i="0" u="none" strike="noStrike" kern="0" cap="none" spc="0" normalizeH="0" baseline="0" noProof="0">
              <a:ln>
                <a:noFill/>
              </a:ln>
              <a:solidFill>
                <a:srgbClr val="000000"/>
              </a:solidFill>
              <a:effectLst/>
              <a:uLnTx/>
              <a:uFillTx/>
              <a:latin typeface="IBM Plex Sans SmBld" panose="020B0503050203000203" pitchFamily="34" charset="0"/>
              <a:ea typeface="+mj-ea"/>
              <a:cs typeface="+mj-cs"/>
              <a:sym typeface="IBM Plex Sans Light"/>
            </a:endParaRPr>
          </a:p>
        </p:txBody>
      </p:sp>
      <p:sp>
        <p:nvSpPr>
          <p:cNvPr id="23" name="Title 2">
            <a:extLst>
              <a:ext uri="{FF2B5EF4-FFF2-40B4-BE49-F238E27FC236}">
                <a16:creationId xmlns:a16="http://schemas.microsoft.com/office/drawing/2014/main" id="{3563881C-5CD4-CC72-D250-E2049B1E5E80}"/>
              </a:ext>
            </a:extLst>
          </p:cNvPr>
          <p:cNvSpPr>
            <a:spLocks noGrp="1"/>
          </p:cNvSpPr>
          <p:nvPr>
            <p:ph type="title"/>
          </p:nvPr>
        </p:nvSpPr>
        <p:spPr>
          <a:xfrm>
            <a:off x="0" y="1643774"/>
            <a:ext cx="24387175" cy="1525588"/>
          </a:xfrm>
        </p:spPr>
        <p:txBody>
          <a:bodyPr/>
          <a:lstStyle/>
          <a:p>
            <a:pPr algn="ctr"/>
            <a:r>
              <a:rPr lang="en-US" sz="5400" b="1"/>
              <a:t>The four pillars of </a:t>
            </a:r>
            <a:br>
              <a:rPr lang="en-US" sz="5400" b="1"/>
            </a:br>
            <a:r>
              <a:rPr lang="en-US" sz="5400" b="1"/>
              <a:t>headless AI agent design</a:t>
            </a:r>
          </a:p>
        </p:txBody>
      </p:sp>
      <p:sp>
        <p:nvSpPr>
          <p:cNvPr id="24" name="Rectangle 23">
            <a:extLst>
              <a:ext uri="{FF2B5EF4-FFF2-40B4-BE49-F238E27FC236}">
                <a16:creationId xmlns:a16="http://schemas.microsoft.com/office/drawing/2014/main" id="{CB562D34-95BC-AA3E-4491-8B5833BEAF75}"/>
              </a:ext>
            </a:extLst>
          </p:cNvPr>
          <p:cNvSpPr/>
          <p:nvPr/>
        </p:nvSpPr>
        <p:spPr bwMode="auto">
          <a:xfrm>
            <a:off x="133350" y="11963400"/>
            <a:ext cx="24253826" cy="1710072"/>
          </a:xfrm>
          <a:prstGeom prst="rect">
            <a:avLst/>
          </a:prstGeom>
          <a:solidFill>
            <a:srgbClr val="ED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 name="TextBox 3">
            <a:extLst>
              <a:ext uri="{FF2B5EF4-FFF2-40B4-BE49-F238E27FC236}">
                <a16:creationId xmlns:a16="http://schemas.microsoft.com/office/drawing/2014/main" id="{63BA5CF9-C21C-AB7C-EE98-F2DFE4970D61}"/>
              </a:ext>
            </a:extLst>
          </p:cNvPr>
          <p:cNvSpPr txBox="1"/>
          <p:nvPr/>
        </p:nvSpPr>
        <p:spPr>
          <a:xfrm>
            <a:off x="3208421" y="354530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39331023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dissolv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4" grpId="0" animBg="1"/>
      <p:bldP spid="17"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334E-DBA1-33D5-A40A-3E649D59F5F7}"/>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36B74314-9B1A-54F2-C0C9-B1DC26E54DDF}"/>
              </a:ext>
            </a:extLst>
          </p:cNvPr>
          <p:cNvSpPr/>
          <p:nvPr/>
        </p:nvSpPr>
        <p:spPr bwMode="auto">
          <a:xfrm>
            <a:off x="6089073" y="0"/>
            <a:ext cx="18298102"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r>
              <a:rPr lang="en-US" sz="1400">
                <a:solidFill>
                  <a:srgbClr val="FFFFFF"/>
                </a:solidFill>
              </a:rPr>
              <a:t>1.png</a:t>
            </a: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B6292508-7EC4-4FEC-458F-813811857316}"/>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15</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18" name="Text Placeholder 13">
            <a:extLst>
              <a:ext uri="{FF2B5EF4-FFF2-40B4-BE49-F238E27FC236}">
                <a16:creationId xmlns:a16="http://schemas.microsoft.com/office/drawing/2014/main" id="{EF8A9028-708F-9D06-AC0A-4BE273F67D3C}"/>
              </a:ext>
            </a:extLst>
          </p:cNvPr>
          <p:cNvSpPr txBox="1">
            <a:spLocks/>
          </p:cNvSpPr>
          <p:nvPr/>
        </p:nvSpPr>
        <p:spPr>
          <a:xfrm>
            <a:off x="8068932" y="3982147"/>
            <a:ext cx="13306255" cy="276526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Think of the Agent Policy Layer as the agent’s immune system blueprint. Defined before the agent begins operating, it establishes what is allowed, what is prohibited, and how the agent should respond to different situations. </a:t>
            </a:r>
          </a:p>
        </p:txBody>
      </p:sp>
      <p:sp>
        <p:nvSpPr>
          <p:cNvPr id="26" name="Text Placeholder 36">
            <a:extLst>
              <a:ext uri="{FF2B5EF4-FFF2-40B4-BE49-F238E27FC236}">
                <a16:creationId xmlns:a16="http://schemas.microsoft.com/office/drawing/2014/main" id="{0CD0ADA1-C8C6-265B-71E9-7F239C37CE18}"/>
              </a:ext>
            </a:extLst>
          </p:cNvPr>
          <p:cNvSpPr>
            <a:spLocks noGrp="1"/>
          </p:cNvSpPr>
          <p:nvPr>
            <p:ph type="body" sz="quarter" idx="21"/>
          </p:nvPr>
        </p:nvSpPr>
        <p:spPr>
          <a:xfrm>
            <a:off x="576000" y="576072"/>
            <a:ext cx="5939100" cy="462153"/>
          </a:xfrm>
        </p:spPr>
        <p:txBody>
          <a:bodyPr/>
          <a:lstStyle/>
          <a:p>
            <a:r>
              <a:rPr lang="en-US">
                <a:solidFill>
                  <a:schemeClr val="accent1"/>
                </a:solidFill>
              </a:rPr>
              <a:t>The four pillars of </a:t>
            </a:r>
          </a:p>
          <a:p>
            <a:r>
              <a:rPr lang="en-US">
                <a:solidFill>
                  <a:schemeClr val="accent1"/>
                </a:solidFill>
              </a:rPr>
              <a:t>headless AI agent design </a:t>
            </a:r>
          </a:p>
        </p:txBody>
      </p:sp>
      <p:sp>
        <p:nvSpPr>
          <p:cNvPr id="27" name="Title 1">
            <a:extLst>
              <a:ext uri="{FF2B5EF4-FFF2-40B4-BE49-F238E27FC236}">
                <a16:creationId xmlns:a16="http://schemas.microsoft.com/office/drawing/2014/main" id="{3D1A2422-8EEC-168F-74CA-97D572252664}"/>
              </a:ext>
            </a:extLst>
          </p:cNvPr>
          <p:cNvSpPr>
            <a:spLocks noGrp="1"/>
          </p:cNvSpPr>
          <p:nvPr>
            <p:ph type="title"/>
          </p:nvPr>
        </p:nvSpPr>
        <p:spPr>
          <a:xfrm>
            <a:off x="8068932" y="2353144"/>
            <a:ext cx="7029645" cy="1238279"/>
          </a:xfrm>
        </p:spPr>
        <p:txBody>
          <a:bodyPr/>
          <a:lstStyle/>
          <a:p>
            <a:r>
              <a:rPr lang="en-US" sz="6400"/>
              <a:t>1. Scope &amp; Policy</a:t>
            </a:r>
          </a:p>
        </p:txBody>
      </p:sp>
      <p:sp>
        <p:nvSpPr>
          <p:cNvPr id="28" name="Text Placeholder 13">
            <a:extLst>
              <a:ext uri="{FF2B5EF4-FFF2-40B4-BE49-F238E27FC236}">
                <a16:creationId xmlns:a16="http://schemas.microsoft.com/office/drawing/2014/main" id="{9A3B7E05-3DA6-4047-09B3-F8ACCE25A5FF}"/>
              </a:ext>
            </a:extLst>
          </p:cNvPr>
          <p:cNvSpPr txBox="1">
            <a:spLocks/>
          </p:cNvSpPr>
          <p:nvPr/>
        </p:nvSpPr>
        <p:spPr>
          <a:xfrm>
            <a:off x="8068932" y="6747408"/>
            <a:ext cx="13140000" cy="620413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Goal definitions: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What is the agent solving for?</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Guardrails:</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 What is it never allowed to do?</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Escalation rules:</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 When must it pause for human approval?</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Scheduling:</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 When does it run? (trigger-based, continuous, on-demand)</a:t>
            </a:r>
          </a:p>
        </p:txBody>
      </p:sp>
      <p:pic>
        <p:nvPicPr>
          <p:cNvPr id="6" name="Picture 5">
            <a:extLst>
              <a:ext uri="{FF2B5EF4-FFF2-40B4-BE49-F238E27FC236}">
                <a16:creationId xmlns:a16="http://schemas.microsoft.com/office/drawing/2014/main" id="{DFBD0B38-F1A3-576D-6E9D-F8C48643EA14}"/>
              </a:ext>
            </a:extLst>
          </p:cNvPr>
          <p:cNvPicPr>
            <a:picLocks noChangeAspect="1"/>
          </p:cNvPicPr>
          <p:nvPr/>
        </p:nvPicPr>
        <p:blipFill>
          <a:blip r:embed="rId3"/>
          <a:stretch>
            <a:fillRect/>
          </a:stretch>
        </p:blipFill>
        <p:spPr>
          <a:xfrm>
            <a:off x="812585" y="4456968"/>
            <a:ext cx="4388573" cy="4388573"/>
          </a:xfrm>
          <a:prstGeom prst="rect">
            <a:avLst/>
          </a:prstGeom>
        </p:spPr>
      </p:pic>
    </p:spTree>
    <p:extLst>
      <p:ext uri="{BB962C8B-B14F-4D97-AF65-F5344CB8AC3E}">
        <p14:creationId xmlns:p14="http://schemas.microsoft.com/office/powerpoint/2010/main" val="11144938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F6FA-504E-20AE-A1C7-AA93284C47B6}"/>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F7966F98-3F36-38AB-5198-69FA86B6B5A1}"/>
              </a:ext>
            </a:extLst>
          </p:cNvPr>
          <p:cNvSpPr/>
          <p:nvPr/>
        </p:nvSpPr>
        <p:spPr bwMode="auto">
          <a:xfrm>
            <a:off x="6089073" y="0"/>
            <a:ext cx="18298102"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r>
              <a:rPr lang="en-US" sz="1400">
                <a:solidFill>
                  <a:srgbClr val="FFFFFF"/>
                </a:solidFill>
              </a:rPr>
              <a:t>1.png</a:t>
            </a: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A4EE5EAF-BCAC-A7F4-799F-1B4F69A4DDE1}"/>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16</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6" name="Text Placeholder 36">
            <a:extLst>
              <a:ext uri="{FF2B5EF4-FFF2-40B4-BE49-F238E27FC236}">
                <a16:creationId xmlns:a16="http://schemas.microsoft.com/office/drawing/2014/main" id="{B0920904-6FC2-6E44-B884-5037A90A28A4}"/>
              </a:ext>
            </a:extLst>
          </p:cNvPr>
          <p:cNvSpPr>
            <a:spLocks noGrp="1"/>
          </p:cNvSpPr>
          <p:nvPr>
            <p:ph type="body" sz="quarter" idx="21"/>
          </p:nvPr>
        </p:nvSpPr>
        <p:spPr>
          <a:xfrm>
            <a:off x="576000" y="576072"/>
            <a:ext cx="5939100" cy="462153"/>
          </a:xfrm>
        </p:spPr>
        <p:txBody>
          <a:bodyPr/>
          <a:lstStyle/>
          <a:p>
            <a:r>
              <a:rPr lang="en-US">
                <a:solidFill>
                  <a:schemeClr val="accent1"/>
                </a:solidFill>
              </a:rPr>
              <a:t>The four pillars of </a:t>
            </a:r>
          </a:p>
          <a:p>
            <a:r>
              <a:rPr lang="en-US">
                <a:solidFill>
                  <a:schemeClr val="accent1"/>
                </a:solidFill>
              </a:rPr>
              <a:t>headless AI agent design </a:t>
            </a:r>
          </a:p>
        </p:txBody>
      </p:sp>
      <p:sp>
        <p:nvSpPr>
          <p:cNvPr id="8" name="Text Placeholder 13">
            <a:extLst>
              <a:ext uri="{FF2B5EF4-FFF2-40B4-BE49-F238E27FC236}">
                <a16:creationId xmlns:a16="http://schemas.microsoft.com/office/drawing/2014/main" id="{722680D4-0C43-F807-F0CE-DAC6665C5FAA}"/>
              </a:ext>
            </a:extLst>
          </p:cNvPr>
          <p:cNvSpPr txBox="1">
            <a:spLocks/>
          </p:cNvSpPr>
          <p:nvPr/>
        </p:nvSpPr>
        <p:spPr>
          <a:xfrm>
            <a:off x="8067600" y="4023895"/>
            <a:ext cx="13140000" cy="166108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Think of traces as the agent’s thought journal. Instead of reporting what happened, they reveal how it happened</a:t>
            </a:r>
          </a:p>
        </p:txBody>
      </p:sp>
      <p:sp>
        <p:nvSpPr>
          <p:cNvPr id="9" name="Title 1">
            <a:extLst>
              <a:ext uri="{FF2B5EF4-FFF2-40B4-BE49-F238E27FC236}">
                <a16:creationId xmlns:a16="http://schemas.microsoft.com/office/drawing/2014/main" id="{29E6E7D8-9D13-B20F-B4CC-1102FC14A675}"/>
              </a:ext>
            </a:extLst>
          </p:cNvPr>
          <p:cNvSpPr txBox="1">
            <a:spLocks/>
          </p:cNvSpPr>
          <p:nvPr/>
        </p:nvSpPr>
        <p:spPr>
          <a:xfrm>
            <a:off x="8067600" y="2502000"/>
            <a:ext cx="8148605" cy="123827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a:t>2. Trace view</a:t>
            </a:r>
          </a:p>
        </p:txBody>
      </p:sp>
      <p:sp>
        <p:nvSpPr>
          <p:cNvPr id="10" name="Text Placeholder 13">
            <a:extLst>
              <a:ext uri="{FF2B5EF4-FFF2-40B4-BE49-F238E27FC236}">
                <a16:creationId xmlns:a16="http://schemas.microsoft.com/office/drawing/2014/main" id="{EF1B91EF-22E2-1C9C-A60C-71107115AD39}"/>
              </a:ext>
            </a:extLst>
          </p:cNvPr>
          <p:cNvSpPr txBox="1">
            <a:spLocks/>
          </p:cNvSpPr>
          <p:nvPr/>
        </p:nvSpPr>
        <p:spPr>
          <a:xfrm>
            <a:off x="8067600" y="5968591"/>
            <a:ext cx="12813008" cy="820818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Current state: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What phase is it in right now?</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Step-by-step trace: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Each action with timestamp and output</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Decision nodes: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Where it chose between paths, and why</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Interrupt flags: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Where it paused and what it's waiting for</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Confidence indicators: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Where was it uncertain?</a:t>
            </a:r>
          </a:p>
        </p:txBody>
      </p:sp>
      <p:pic>
        <p:nvPicPr>
          <p:cNvPr id="12" name="Picture 11">
            <a:extLst>
              <a:ext uri="{FF2B5EF4-FFF2-40B4-BE49-F238E27FC236}">
                <a16:creationId xmlns:a16="http://schemas.microsoft.com/office/drawing/2014/main" id="{65A48710-9D69-5B75-09C5-93D079126D9D}"/>
              </a:ext>
            </a:extLst>
          </p:cNvPr>
          <p:cNvPicPr>
            <a:picLocks noChangeAspect="1"/>
          </p:cNvPicPr>
          <p:nvPr/>
        </p:nvPicPr>
        <p:blipFill>
          <a:blip r:embed="rId2"/>
          <a:stretch>
            <a:fillRect/>
          </a:stretch>
        </p:blipFill>
        <p:spPr>
          <a:xfrm>
            <a:off x="1212273" y="4419600"/>
            <a:ext cx="4876800" cy="4876800"/>
          </a:xfrm>
          <a:prstGeom prst="rect">
            <a:avLst/>
          </a:prstGeom>
        </p:spPr>
      </p:pic>
    </p:spTree>
    <p:extLst>
      <p:ext uri="{BB962C8B-B14F-4D97-AF65-F5344CB8AC3E}">
        <p14:creationId xmlns:p14="http://schemas.microsoft.com/office/powerpoint/2010/main" val="29275744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0BA0-328A-9786-3071-C3B83724A9D0}"/>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ADF02B8-F31F-7168-631B-4FB6C6BEA6A8}"/>
              </a:ext>
            </a:extLst>
          </p:cNvPr>
          <p:cNvSpPr/>
          <p:nvPr/>
        </p:nvSpPr>
        <p:spPr bwMode="auto">
          <a:xfrm>
            <a:off x="6089073" y="0"/>
            <a:ext cx="18298102"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r>
              <a:rPr lang="en-US" sz="1400">
                <a:solidFill>
                  <a:srgbClr val="FFFFFF"/>
                </a:solidFill>
              </a:rPr>
              <a:t>1.png</a:t>
            </a: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61A2ECAC-2322-DD85-21FF-B9A35BCB6381}"/>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17</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6" name="Text Placeholder 36">
            <a:extLst>
              <a:ext uri="{FF2B5EF4-FFF2-40B4-BE49-F238E27FC236}">
                <a16:creationId xmlns:a16="http://schemas.microsoft.com/office/drawing/2014/main" id="{D76F7FAF-1307-8872-0AB1-90EAABD3867F}"/>
              </a:ext>
            </a:extLst>
          </p:cNvPr>
          <p:cNvSpPr>
            <a:spLocks noGrp="1"/>
          </p:cNvSpPr>
          <p:nvPr>
            <p:ph type="body" sz="quarter" idx="21"/>
          </p:nvPr>
        </p:nvSpPr>
        <p:spPr>
          <a:xfrm>
            <a:off x="576000" y="576072"/>
            <a:ext cx="5939100" cy="462153"/>
          </a:xfrm>
        </p:spPr>
        <p:txBody>
          <a:bodyPr/>
          <a:lstStyle/>
          <a:p>
            <a:r>
              <a:rPr lang="en-US">
                <a:solidFill>
                  <a:schemeClr val="accent1"/>
                </a:solidFill>
              </a:rPr>
              <a:t>The four pillars of </a:t>
            </a:r>
          </a:p>
          <a:p>
            <a:r>
              <a:rPr lang="en-US">
                <a:solidFill>
                  <a:schemeClr val="accent1"/>
                </a:solidFill>
              </a:rPr>
              <a:t>headless AI agent design </a:t>
            </a:r>
          </a:p>
        </p:txBody>
      </p:sp>
      <p:sp>
        <p:nvSpPr>
          <p:cNvPr id="11" name="Text Placeholder 13">
            <a:extLst>
              <a:ext uri="{FF2B5EF4-FFF2-40B4-BE49-F238E27FC236}">
                <a16:creationId xmlns:a16="http://schemas.microsoft.com/office/drawing/2014/main" id="{9778A87D-2A74-6B16-C263-7C33BD00A004}"/>
              </a:ext>
            </a:extLst>
          </p:cNvPr>
          <p:cNvSpPr txBox="1">
            <a:spLocks/>
          </p:cNvSpPr>
          <p:nvPr/>
        </p:nvSpPr>
        <p:spPr>
          <a:xfrm>
            <a:off x="8067600" y="4385402"/>
            <a:ext cx="13139999" cy="219591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Like asking a specialist for a second opinion</a:t>
            </a: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 -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Rather than guessing, the agent pauses at critical decision points, gets human input, and proceeds with greater confidence and accuracy.</a:t>
            </a:r>
          </a:p>
        </p:txBody>
      </p:sp>
      <p:sp>
        <p:nvSpPr>
          <p:cNvPr id="12" name="Title 1">
            <a:extLst>
              <a:ext uri="{FF2B5EF4-FFF2-40B4-BE49-F238E27FC236}">
                <a16:creationId xmlns:a16="http://schemas.microsoft.com/office/drawing/2014/main" id="{9437566D-1D49-7F3A-589C-4537407EC8F5}"/>
              </a:ext>
            </a:extLst>
          </p:cNvPr>
          <p:cNvSpPr txBox="1">
            <a:spLocks/>
          </p:cNvSpPr>
          <p:nvPr/>
        </p:nvSpPr>
        <p:spPr>
          <a:xfrm>
            <a:off x="8067600" y="2863507"/>
            <a:ext cx="9578514" cy="123827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a:t>3. Contextual chat</a:t>
            </a:r>
          </a:p>
        </p:txBody>
      </p:sp>
      <p:sp>
        <p:nvSpPr>
          <p:cNvPr id="13" name="Text Placeholder 13">
            <a:extLst>
              <a:ext uri="{FF2B5EF4-FFF2-40B4-BE49-F238E27FC236}">
                <a16:creationId xmlns:a16="http://schemas.microsoft.com/office/drawing/2014/main" id="{8E01C8F5-9D81-3DB2-58AE-1AD0E56C2954}"/>
              </a:ext>
            </a:extLst>
          </p:cNvPr>
          <p:cNvSpPr txBox="1">
            <a:spLocks/>
          </p:cNvSpPr>
          <p:nvPr/>
        </p:nvSpPr>
        <p:spPr>
          <a:xfrm>
            <a:off x="8067600" y="6864935"/>
            <a:ext cx="12813007" cy="820818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Activated contextually: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Wakes when blocked, uncertain, or needs approval</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Edits to live run: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User can redirect ongoing process mid-flight</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Mid-run policy changes: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Adjust rules for this run only</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Anchored to trace: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Already knows what agent just did</a:t>
            </a:r>
          </a:p>
        </p:txBody>
      </p:sp>
      <p:pic>
        <p:nvPicPr>
          <p:cNvPr id="16" name="Picture 15">
            <a:extLst>
              <a:ext uri="{FF2B5EF4-FFF2-40B4-BE49-F238E27FC236}">
                <a16:creationId xmlns:a16="http://schemas.microsoft.com/office/drawing/2014/main" id="{FBA5EF7A-0B29-ABCB-4D86-69BDC1044695}"/>
              </a:ext>
            </a:extLst>
          </p:cNvPr>
          <p:cNvPicPr>
            <a:picLocks noChangeAspect="1"/>
          </p:cNvPicPr>
          <p:nvPr/>
        </p:nvPicPr>
        <p:blipFill>
          <a:blip r:embed="rId2"/>
          <a:stretch>
            <a:fillRect/>
          </a:stretch>
        </p:blipFill>
        <p:spPr>
          <a:xfrm>
            <a:off x="856674" y="4578557"/>
            <a:ext cx="4147775" cy="4005523"/>
          </a:xfrm>
          <a:prstGeom prst="rect">
            <a:avLst/>
          </a:prstGeom>
        </p:spPr>
      </p:pic>
    </p:spTree>
    <p:extLst>
      <p:ext uri="{BB962C8B-B14F-4D97-AF65-F5344CB8AC3E}">
        <p14:creationId xmlns:p14="http://schemas.microsoft.com/office/powerpoint/2010/main" val="12157686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A984-E8BF-7972-C419-A84F1DD19C1D}"/>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E7DE1E4-EB36-CBBA-48D0-6A3F2B16831E}"/>
              </a:ext>
            </a:extLst>
          </p:cNvPr>
          <p:cNvSpPr/>
          <p:nvPr/>
        </p:nvSpPr>
        <p:spPr bwMode="auto">
          <a:xfrm>
            <a:off x="6089073" y="0"/>
            <a:ext cx="18298102" cy="13716000"/>
          </a:xfrm>
          <a:prstGeom prst="rect">
            <a:avLst/>
          </a:prstGeom>
          <a:solidFill>
            <a:srgbClr val="EE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r>
              <a:rPr lang="en-US" sz="1400">
                <a:solidFill>
                  <a:srgbClr val="FFFFFF"/>
                </a:solidFill>
              </a:rPr>
              <a:t>1.png</a:t>
            </a: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38" name="Slide Number Placeholder 37">
            <a:extLst>
              <a:ext uri="{FF2B5EF4-FFF2-40B4-BE49-F238E27FC236}">
                <a16:creationId xmlns:a16="http://schemas.microsoft.com/office/drawing/2014/main" id="{F286CEED-BD35-879F-AE72-9BEE91DFBC9B}"/>
              </a:ext>
            </a:extLst>
          </p:cNvPr>
          <p:cNvSpPr>
            <a:spLocks noGrp="1"/>
          </p:cNvSpPr>
          <p:nvPr>
            <p:ph type="sldNum" sz="quarter" idx="4"/>
          </p:nvPr>
        </p:nvSpPr>
        <p:spPr>
          <a:xfrm>
            <a:off x="23687555" y="12951539"/>
            <a:ext cx="123432" cy="246221"/>
          </a:xfrm>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18</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26" name="Text Placeholder 36">
            <a:extLst>
              <a:ext uri="{FF2B5EF4-FFF2-40B4-BE49-F238E27FC236}">
                <a16:creationId xmlns:a16="http://schemas.microsoft.com/office/drawing/2014/main" id="{0296F697-AEB6-6B37-5280-4746921FD0A4}"/>
              </a:ext>
            </a:extLst>
          </p:cNvPr>
          <p:cNvSpPr>
            <a:spLocks noGrp="1"/>
          </p:cNvSpPr>
          <p:nvPr>
            <p:ph type="body" sz="quarter" idx="21"/>
          </p:nvPr>
        </p:nvSpPr>
        <p:spPr>
          <a:xfrm>
            <a:off x="576000" y="576072"/>
            <a:ext cx="5939100" cy="462153"/>
          </a:xfrm>
        </p:spPr>
        <p:txBody>
          <a:bodyPr/>
          <a:lstStyle/>
          <a:p>
            <a:r>
              <a:rPr lang="en-US">
                <a:solidFill>
                  <a:schemeClr val="accent1"/>
                </a:solidFill>
              </a:rPr>
              <a:t>The four pillars of </a:t>
            </a:r>
          </a:p>
          <a:p>
            <a:r>
              <a:rPr lang="en-US">
                <a:solidFill>
                  <a:schemeClr val="accent1"/>
                </a:solidFill>
              </a:rPr>
              <a:t>headless AI agent design </a:t>
            </a:r>
          </a:p>
        </p:txBody>
      </p:sp>
      <p:sp>
        <p:nvSpPr>
          <p:cNvPr id="8" name="Text Placeholder 13">
            <a:extLst>
              <a:ext uri="{FF2B5EF4-FFF2-40B4-BE49-F238E27FC236}">
                <a16:creationId xmlns:a16="http://schemas.microsoft.com/office/drawing/2014/main" id="{692C5FBE-91DD-1A53-B57F-7A0D0BD5134C}"/>
              </a:ext>
            </a:extLst>
          </p:cNvPr>
          <p:cNvSpPr txBox="1">
            <a:spLocks/>
          </p:cNvSpPr>
          <p:nvPr/>
        </p:nvSpPr>
        <p:spPr>
          <a:xfrm>
            <a:off x="8067600" y="5359723"/>
            <a:ext cx="12962269" cy="1017517"/>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Trust and accountability surface — establishing clear attribution and responsibility. This is the transparency layer that answers the “W”s</a:t>
            </a:r>
          </a:p>
        </p:txBody>
      </p:sp>
      <p:sp>
        <p:nvSpPr>
          <p:cNvPr id="9" name="Title 1">
            <a:extLst>
              <a:ext uri="{FF2B5EF4-FFF2-40B4-BE49-F238E27FC236}">
                <a16:creationId xmlns:a16="http://schemas.microsoft.com/office/drawing/2014/main" id="{093CCC42-0907-5A0C-33C8-26C33053B6FE}"/>
              </a:ext>
            </a:extLst>
          </p:cNvPr>
          <p:cNvSpPr txBox="1">
            <a:spLocks/>
          </p:cNvSpPr>
          <p:nvPr/>
        </p:nvSpPr>
        <p:spPr>
          <a:xfrm>
            <a:off x="8067600" y="3837828"/>
            <a:ext cx="9568597" cy="123827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6400" kern="0"/>
              <a:t>4. Agent identity</a:t>
            </a:r>
          </a:p>
        </p:txBody>
      </p:sp>
      <p:sp>
        <p:nvSpPr>
          <p:cNvPr id="10" name="Text Placeholder 13">
            <a:extLst>
              <a:ext uri="{FF2B5EF4-FFF2-40B4-BE49-F238E27FC236}">
                <a16:creationId xmlns:a16="http://schemas.microsoft.com/office/drawing/2014/main" id="{F7810BE6-3BC0-58AC-BA4D-F8CB6CE73991}"/>
              </a:ext>
            </a:extLst>
          </p:cNvPr>
          <p:cNvSpPr txBox="1">
            <a:spLocks/>
          </p:cNvSpPr>
          <p:nvPr/>
        </p:nvSpPr>
        <p:spPr>
          <a:xfrm>
            <a:off x="8067600" y="7127256"/>
            <a:ext cx="12639700" cy="820818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Name, version, policy: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Which agent, under which ruleset?</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Audit trail: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Immutable, exportable record of everything it did</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Authorization provenance: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Who granted which permissions?</a:t>
            </a:r>
          </a:p>
          <a:p>
            <a:pPr marL="571500" marR="0" lvl="0" indent="-571500" algn="l" defTabSz="2438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IN" sz="3200" b="1" i="0" u="none" strike="noStrike" kern="1200" cap="none" spc="0" normalizeH="0" baseline="0" noProof="0">
                <a:ln>
                  <a:noFill/>
                </a:ln>
                <a:solidFill>
                  <a:srgbClr val="000000"/>
                </a:solidFill>
                <a:effectLst/>
                <a:uLnTx/>
                <a:uFillTx/>
                <a:latin typeface="IBM Plex Sans Light"/>
                <a:ea typeface="+mj-ea"/>
                <a:cs typeface="+mj-cs"/>
                <a:sym typeface="IBM Plex Sans Light"/>
              </a:rPr>
              <a:t>Active session context: </a:t>
            </a:r>
            <a:r>
              <a:rPr kumimoji="0" lang="en-IN" sz="3200" b="0" i="0" u="none" strike="noStrike" kern="1200" cap="none" spc="0" normalizeH="0" baseline="0" noProof="0">
                <a:ln>
                  <a:noFill/>
                </a:ln>
                <a:solidFill>
                  <a:srgbClr val="000000"/>
                </a:solidFill>
                <a:effectLst/>
                <a:uLnTx/>
                <a:uFillTx/>
                <a:latin typeface="IBM Plex Sans Light"/>
                <a:ea typeface="+mj-ea"/>
                <a:cs typeface="+mj-cs"/>
                <a:sym typeface="IBM Plex Sans Light"/>
              </a:rPr>
              <a:t>What is it watching right now?</a:t>
            </a:r>
          </a:p>
        </p:txBody>
      </p:sp>
      <p:pic>
        <p:nvPicPr>
          <p:cNvPr id="16" name="Picture 15">
            <a:extLst>
              <a:ext uri="{FF2B5EF4-FFF2-40B4-BE49-F238E27FC236}">
                <a16:creationId xmlns:a16="http://schemas.microsoft.com/office/drawing/2014/main" id="{6D8ABD8C-27D4-BB64-63A7-D804031A7541}"/>
              </a:ext>
            </a:extLst>
          </p:cNvPr>
          <p:cNvPicPr>
            <a:picLocks noChangeAspect="1"/>
          </p:cNvPicPr>
          <p:nvPr/>
        </p:nvPicPr>
        <p:blipFill>
          <a:blip r:embed="rId2"/>
          <a:stretch>
            <a:fillRect/>
          </a:stretch>
        </p:blipFill>
        <p:spPr>
          <a:xfrm>
            <a:off x="1220963" y="4661156"/>
            <a:ext cx="3980195" cy="3980195"/>
          </a:xfrm>
          <a:prstGeom prst="rect">
            <a:avLst/>
          </a:prstGeom>
        </p:spPr>
      </p:pic>
    </p:spTree>
    <p:extLst>
      <p:ext uri="{BB962C8B-B14F-4D97-AF65-F5344CB8AC3E}">
        <p14:creationId xmlns:p14="http://schemas.microsoft.com/office/powerpoint/2010/main" val="141300228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023010-4E41-DBB2-979E-9EBB597A783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FCB98452-EA32-817A-E22B-757570F235B7}"/>
              </a:ext>
            </a:extLst>
          </p:cNvPr>
          <p:cNvSpPr/>
          <p:nvPr/>
        </p:nvSpPr>
        <p:spPr bwMode="auto">
          <a:xfrm>
            <a:off x="8471141" y="6461185"/>
            <a:ext cx="335823" cy="335823"/>
          </a:xfrm>
          <a:prstGeom prst="ellipse">
            <a:avLst/>
          </a:prstGeom>
          <a:solidFill>
            <a:srgbClr val="FA4D56"/>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B87100"/>
              </a:solidFill>
              <a:effectLst/>
              <a:uLnTx/>
              <a:uFillTx/>
              <a:latin typeface="IBM Plex Sans Light"/>
              <a:ea typeface="+mn-ea"/>
              <a:cs typeface="+mn-cs"/>
            </a:endParaRPr>
          </a:p>
        </p:txBody>
      </p:sp>
      <p:sp>
        <p:nvSpPr>
          <p:cNvPr id="24" name="Rectangle 23">
            <a:extLst>
              <a:ext uri="{FF2B5EF4-FFF2-40B4-BE49-F238E27FC236}">
                <a16:creationId xmlns:a16="http://schemas.microsoft.com/office/drawing/2014/main" id="{99DF4100-F6E3-999C-7911-4894523710A8}"/>
              </a:ext>
            </a:extLst>
          </p:cNvPr>
          <p:cNvSpPr/>
          <p:nvPr/>
        </p:nvSpPr>
        <p:spPr bwMode="auto">
          <a:xfrm>
            <a:off x="133350" y="11963400"/>
            <a:ext cx="24253826" cy="1710072"/>
          </a:xfrm>
          <a:prstGeom prst="rect">
            <a:avLst/>
          </a:prstGeom>
          <a:solidFill>
            <a:srgbClr val="FFFF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 name="TextBox 3">
            <a:extLst>
              <a:ext uri="{FF2B5EF4-FFF2-40B4-BE49-F238E27FC236}">
                <a16:creationId xmlns:a16="http://schemas.microsoft.com/office/drawing/2014/main" id="{9E36C537-BD09-F38F-6576-D801A4F53C1E}"/>
              </a:ext>
            </a:extLst>
          </p:cNvPr>
          <p:cNvSpPr txBox="1"/>
          <p:nvPr/>
        </p:nvSpPr>
        <p:spPr>
          <a:xfrm>
            <a:off x="3208421" y="354530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 name="TextBox 1">
            <a:extLst>
              <a:ext uri="{FF2B5EF4-FFF2-40B4-BE49-F238E27FC236}">
                <a16:creationId xmlns:a16="http://schemas.microsoft.com/office/drawing/2014/main" id="{37B801E7-D39C-D7B8-9121-C1BD0D3576A9}"/>
              </a:ext>
            </a:extLst>
          </p:cNvPr>
          <p:cNvSpPr txBox="1"/>
          <p:nvPr/>
        </p:nvSpPr>
        <p:spPr>
          <a:xfrm>
            <a:off x="22966326" y="1460913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2" name="Title 2">
            <a:extLst>
              <a:ext uri="{FF2B5EF4-FFF2-40B4-BE49-F238E27FC236}">
                <a16:creationId xmlns:a16="http://schemas.microsoft.com/office/drawing/2014/main" id="{6B94942D-D189-C50B-1E4C-90E2FBA06774}"/>
              </a:ext>
            </a:extLst>
          </p:cNvPr>
          <p:cNvSpPr>
            <a:spLocks noGrp="1"/>
          </p:cNvSpPr>
          <p:nvPr>
            <p:ph type="title"/>
          </p:nvPr>
        </p:nvSpPr>
        <p:spPr>
          <a:xfrm>
            <a:off x="1106392" y="5933488"/>
            <a:ext cx="7140462" cy="1055394"/>
          </a:xfrm>
        </p:spPr>
        <p:txBody>
          <a:bodyPr/>
          <a:lstStyle/>
          <a:p>
            <a:r>
              <a:rPr lang="en-US" sz="7200" b="1"/>
              <a:t>Design directions</a:t>
            </a:r>
          </a:p>
        </p:txBody>
      </p:sp>
      <p:sp>
        <p:nvSpPr>
          <p:cNvPr id="6" name="TextBox 5">
            <a:extLst>
              <a:ext uri="{FF2B5EF4-FFF2-40B4-BE49-F238E27FC236}">
                <a16:creationId xmlns:a16="http://schemas.microsoft.com/office/drawing/2014/main" id="{BF64D3A2-9432-B471-C635-EED3967EA698}"/>
              </a:ext>
            </a:extLst>
          </p:cNvPr>
          <p:cNvSpPr txBox="1"/>
          <p:nvPr/>
        </p:nvSpPr>
        <p:spPr>
          <a:xfrm>
            <a:off x="1106392" y="7173190"/>
            <a:ext cx="12197750" cy="52322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IN" sz="2800" b="0" i="1" u="none" strike="noStrike" kern="1200" cap="none" spc="0" normalizeH="0" baseline="0" noProof="0">
                <a:ln>
                  <a:noFill/>
                </a:ln>
                <a:solidFill>
                  <a:srgbClr val="000000">
                    <a:lumMod val="75000"/>
                    <a:lumOff val="25000"/>
                  </a:srgbClr>
                </a:solidFill>
                <a:effectLst/>
                <a:uLnTx/>
                <a:uFillTx/>
                <a:latin typeface="IBM Plex Sans Light" panose="020B0403050203000203" pitchFamily="34" charset="0"/>
                <a:ea typeface="+mn-ea"/>
                <a:cs typeface="+mn-cs"/>
              </a:rPr>
              <a:t>Derived from the four pillars</a:t>
            </a:r>
            <a:endParaRPr kumimoji="0" lang="en-US" sz="2800" b="0" i="1" u="none" strike="noStrike" kern="1200" cap="none" spc="0" normalizeH="0" baseline="0" noProof="0">
              <a:ln>
                <a:noFill/>
              </a:ln>
              <a:solidFill>
                <a:srgbClr val="000000">
                  <a:lumMod val="75000"/>
                  <a:lumOff val="25000"/>
                </a:srgbClr>
              </a:solidFill>
              <a:effectLst/>
              <a:uLnTx/>
              <a:uFillTx/>
              <a:latin typeface="IBM Plex Sans Light" panose="020B0403050203000203" pitchFamily="34" charset="0"/>
              <a:ea typeface="+mn-ea"/>
              <a:cs typeface="+mn-cs"/>
            </a:endParaRPr>
          </a:p>
        </p:txBody>
      </p:sp>
    </p:spTree>
    <p:extLst>
      <p:ext uri="{BB962C8B-B14F-4D97-AF65-F5344CB8AC3E}">
        <p14:creationId xmlns:p14="http://schemas.microsoft.com/office/powerpoint/2010/main" val="2367630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9"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dissolve">
                                      <p:cBhvr>
                                        <p:cTn id="11" dur="1000"/>
                                        <p:tgtEl>
                                          <p:spTgt spid="22"/>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4DF9790-9A90-3C5C-CBD3-647BBF6E3AB0}"/>
            </a:ext>
          </a:extLst>
        </p:cNvPr>
        <p:cNvGrpSpPr/>
        <p:nvPr/>
      </p:nvGrpSpPr>
      <p:grpSpPr>
        <a:xfrm>
          <a:off x="0" y="0"/>
          <a:ext cx="0" cy="0"/>
          <a:chOff x="0" y="0"/>
          <a:chExt cx="0" cy="0"/>
        </a:xfrm>
      </p:grpSpPr>
      <p:pic>
        <p:nvPicPr>
          <p:cNvPr id="7" name="Picture Placeholder 16">
            <a:extLst>
              <a:ext uri="{FF2B5EF4-FFF2-40B4-BE49-F238E27FC236}">
                <a16:creationId xmlns:a16="http://schemas.microsoft.com/office/drawing/2014/main" id="{4E7B6765-C304-573F-E3D9-BE4A03869FBD}"/>
              </a:ext>
            </a:extLst>
          </p:cNvPr>
          <p:cNvPicPr>
            <a:picLocks noGrp="1" noChangeAspect="1"/>
          </p:cNvPicPr>
          <p:nvPr>
            <p:ph type="pic" sz="quarter" idx="15"/>
          </p:nvPr>
        </p:nvPicPr>
        <p:blipFill>
          <a:blip r:embed="rId2"/>
          <a:srcRect/>
          <a:stretch/>
        </p:blipFill>
        <p:spPr>
          <a:xfrm>
            <a:off x="12763500" y="576072"/>
            <a:ext cx="11041063" cy="125747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pic>
      <p:sp>
        <p:nvSpPr>
          <p:cNvPr id="33" name="Text Placeholder 13">
            <a:extLst>
              <a:ext uri="{FF2B5EF4-FFF2-40B4-BE49-F238E27FC236}">
                <a16:creationId xmlns:a16="http://schemas.microsoft.com/office/drawing/2014/main" id="{0BFC68B0-4159-BB50-7664-7C8427F24C65}"/>
              </a:ext>
            </a:extLst>
          </p:cNvPr>
          <p:cNvSpPr txBox="1">
            <a:spLocks/>
          </p:cNvSpPr>
          <p:nvPr/>
        </p:nvSpPr>
        <p:spPr>
          <a:xfrm>
            <a:off x="576000" y="3060000"/>
            <a:ext cx="11047675" cy="1850861"/>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Focus less on layouts and more on the rules that govern agent behaviour—its goals, constraints, permissions, and escalation paths.</a:t>
            </a:r>
          </a:p>
        </p:txBody>
      </p:sp>
      <p:sp>
        <p:nvSpPr>
          <p:cNvPr id="34" name="Text Placeholder 36">
            <a:extLst>
              <a:ext uri="{FF2B5EF4-FFF2-40B4-BE49-F238E27FC236}">
                <a16:creationId xmlns:a16="http://schemas.microsoft.com/office/drawing/2014/main" id="{77E4A3A1-8C1C-3F1F-ECD9-376D9C378404}"/>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Design directions</a:t>
            </a:r>
          </a:p>
        </p:txBody>
      </p:sp>
      <p:sp>
        <p:nvSpPr>
          <p:cNvPr id="35" name="Title 1">
            <a:extLst>
              <a:ext uri="{FF2B5EF4-FFF2-40B4-BE49-F238E27FC236}">
                <a16:creationId xmlns:a16="http://schemas.microsoft.com/office/drawing/2014/main" id="{8C2659FD-B20D-77DB-CC97-ED7D175CA5E1}"/>
              </a:ext>
            </a:extLst>
          </p:cNvPr>
          <p:cNvSpPr>
            <a:spLocks noGrp="1"/>
          </p:cNvSpPr>
          <p:nvPr>
            <p:ph type="title"/>
          </p:nvPr>
        </p:nvSpPr>
        <p:spPr>
          <a:xfrm>
            <a:off x="576072" y="1527048"/>
            <a:ext cx="8688698" cy="1238279"/>
          </a:xfrm>
        </p:spPr>
        <p:txBody>
          <a:bodyPr/>
          <a:lstStyle/>
          <a:p>
            <a:r>
              <a:rPr lang="en-US" sz="6400"/>
              <a:t>Design logic, not layout</a:t>
            </a:r>
          </a:p>
        </p:txBody>
      </p:sp>
      <p:sp>
        <p:nvSpPr>
          <p:cNvPr id="36" name="Text Placeholder 13">
            <a:extLst>
              <a:ext uri="{FF2B5EF4-FFF2-40B4-BE49-F238E27FC236}">
                <a16:creationId xmlns:a16="http://schemas.microsoft.com/office/drawing/2014/main" id="{8C171E13-2B7E-B510-4E47-F7E2DD0DAB9D}"/>
              </a:ext>
            </a:extLst>
          </p:cNvPr>
          <p:cNvSpPr txBox="1">
            <a:spLocks/>
          </p:cNvSpPr>
          <p:nvPr/>
        </p:nvSpPr>
        <p:spPr>
          <a:xfrm>
            <a:off x="576000" y="5726930"/>
            <a:ext cx="11047675" cy="44878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A rule stating that if the agent flags an anomalous change, it must pause and render a short "explain reasoning" view to an operator before taking action, rather than running entirely in the dark.</a:t>
            </a:r>
          </a:p>
        </p:txBody>
      </p:sp>
    </p:spTree>
    <p:extLst>
      <p:ext uri="{BB962C8B-B14F-4D97-AF65-F5344CB8AC3E}">
        <p14:creationId xmlns:p14="http://schemas.microsoft.com/office/powerpoint/2010/main" val="45728089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D16D40-1B9C-839F-C20A-B4EB3EBEE255}"/>
            </a:ext>
          </a:extLst>
        </p:cNvPr>
        <p:cNvGrpSpPr/>
        <p:nvPr/>
      </p:nvGrpSpPr>
      <p:grpSpPr>
        <a:xfrm>
          <a:off x="0" y="0"/>
          <a:ext cx="0" cy="0"/>
          <a:chOff x="0" y="0"/>
          <a:chExt cx="0" cy="0"/>
        </a:xfrm>
      </p:grpSpPr>
      <p:pic>
        <p:nvPicPr>
          <p:cNvPr id="7" name="Picture Placeholder 16">
            <a:extLst>
              <a:ext uri="{FF2B5EF4-FFF2-40B4-BE49-F238E27FC236}">
                <a16:creationId xmlns:a16="http://schemas.microsoft.com/office/drawing/2014/main" id="{40DFED1E-9223-9A30-DD6D-D74967CA81E8}"/>
              </a:ext>
            </a:extLst>
          </p:cNvPr>
          <p:cNvPicPr>
            <a:picLocks noGrp="1" noChangeAspect="1"/>
          </p:cNvPicPr>
          <p:nvPr>
            <p:ph type="pic" sz="quarter" idx="15"/>
          </p:nvPr>
        </p:nvPicPr>
        <p:blipFill>
          <a:blip r:embed="rId2"/>
          <a:srcRect/>
          <a:stretch/>
        </p:blipFill>
        <p:spPr>
          <a:xfrm>
            <a:off x="12763500" y="576072"/>
            <a:ext cx="11041063" cy="12574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7" name="Text Placeholder 13">
            <a:extLst>
              <a:ext uri="{FF2B5EF4-FFF2-40B4-BE49-F238E27FC236}">
                <a16:creationId xmlns:a16="http://schemas.microsoft.com/office/drawing/2014/main" id="{E473B1F1-800D-FA22-E627-19D411B5207C}"/>
              </a:ext>
            </a:extLst>
          </p:cNvPr>
          <p:cNvSpPr txBox="1">
            <a:spLocks/>
          </p:cNvSpPr>
          <p:nvPr/>
        </p:nvSpPr>
        <p:spPr>
          <a:xfrm>
            <a:off x="576000" y="4146423"/>
            <a:ext cx="11041063" cy="2489215"/>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Most of the time, only key indicators are visible. When something needs attention, detailed diagnostics and intervention options surface automatically.</a:t>
            </a:r>
          </a:p>
        </p:txBody>
      </p:sp>
      <p:sp>
        <p:nvSpPr>
          <p:cNvPr id="28" name="Text Placeholder 36">
            <a:extLst>
              <a:ext uri="{FF2B5EF4-FFF2-40B4-BE49-F238E27FC236}">
                <a16:creationId xmlns:a16="http://schemas.microsoft.com/office/drawing/2014/main" id="{7DC440EC-438A-ACF5-BB70-2A5613A9BD3A}"/>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Design directions</a:t>
            </a:r>
          </a:p>
        </p:txBody>
      </p:sp>
      <p:sp>
        <p:nvSpPr>
          <p:cNvPr id="29" name="Title 1">
            <a:extLst>
              <a:ext uri="{FF2B5EF4-FFF2-40B4-BE49-F238E27FC236}">
                <a16:creationId xmlns:a16="http://schemas.microsoft.com/office/drawing/2014/main" id="{276787E1-516D-4D06-0705-74247FD3DF6E}"/>
              </a:ext>
            </a:extLst>
          </p:cNvPr>
          <p:cNvSpPr>
            <a:spLocks noGrp="1"/>
          </p:cNvSpPr>
          <p:nvPr>
            <p:ph type="title"/>
          </p:nvPr>
        </p:nvSpPr>
        <p:spPr>
          <a:xfrm>
            <a:off x="576072" y="1527048"/>
            <a:ext cx="10059844" cy="2130552"/>
          </a:xfrm>
        </p:spPr>
        <p:txBody>
          <a:bodyPr/>
          <a:lstStyle/>
          <a:p>
            <a:r>
              <a:rPr lang="en-IN" sz="6400"/>
              <a:t>Build interfaces that flex and deform</a:t>
            </a:r>
          </a:p>
        </p:txBody>
      </p:sp>
      <p:sp>
        <p:nvSpPr>
          <p:cNvPr id="30" name="Text Placeholder 13">
            <a:extLst>
              <a:ext uri="{FF2B5EF4-FFF2-40B4-BE49-F238E27FC236}">
                <a16:creationId xmlns:a16="http://schemas.microsoft.com/office/drawing/2014/main" id="{0E9B28DE-53BE-41A4-A868-87D4F25431A1}"/>
              </a:ext>
            </a:extLst>
          </p:cNvPr>
          <p:cNvSpPr txBox="1">
            <a:spLocks/>
          </p:cNvSpPr>
          <p:nvPr/>
        </p:nvSpPr>
        <p:spPr>
          <a:xfrm>
            <a:off x="576000" y="6765798"/>
            <a:ext cx="10757747" cy="44878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The agent operates quietly in the background; when a disruption occurs, it instantly spins up a focused, temporary view so the operator can compare options and reroute, then dismisses that view once the moment has passed.</a:t>
            </a:r>
          </a:p>
        </p:txBody>
      </p:sp>
    </p:spTree>
    <p:extLst>
      <p:ext uri="{BB962C8B-B14F-4D97-AF65-F5344CB8AC3E}">
        <p14:creationId xmlns:p14="http://schemas.microsoft.com/office/powerpoint/2010/main" val="91397308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77B127-C5B2-E470-566F-FF6CDE864706}"/>
            </a:ext>
          </a:extLst>
        </p:cNvPr>
        <p:cNvGrpSpPr/>
        <p:nvPr/>
      </p:nvGrpSpPr>
      <p:grpSpPr>
        <a:xfrm>
          <a:off x="0" y="0"/>
          <a:ext cx="0" cy="0"/>
          <a:chOff x="0" y="0"/>
          <a:chExt cx="0" cy="0"/>
        </a:xfrm>
      </p:grpSpPr>
      <p:pic>
        <p:nvPicPr>
          <p:cNvPr id="7" name="Picture Placeholder 16">
            <a:extLst>
              <a:ext uri="{FF2B5EF4-FFF2-40B4-BE49-F238E27FC236}">
                <a16:creationId xmlns:a16="http://schemas.microsoft.com/office/drawing/2014/main" id="{239525A1-D444-8EB6-194A-E1D1959B429C}"/>
              </a:ext>
            </a:extLst>
          </p:cNvPr>
          <p:cNvPicPr>
            <a:picLocks noGrp="1" noChangeAspect="1"/>
          </p:cNvPicPr>
          <p:nvPr>
            <p:ph type="pic" sz="quarter" idx="15"/>
          </p:nvPr>
        </p:nvPicPr>
        <p:blipFill>
          <a:blip r:embed="rId2"/>
          <a:srcRect/>
          <a:stretch/>
        </p:blipFill>
        <p:spPr>
          <a:xfrm>
            <a:off x="12763500" y="576072"/>
            <a:ext cx="11041063" cy="12574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1" name="Text Placeholder 13">
            <a:extLst>
              <a:ext uri="{FF2B5EF4-FFF2-40B4-BE49-F238E27FC236}">
                <a16:creationId xmlns:a16="http://schemas.microsoft.com/office/drawing/2014/main" id="{644727FE-7242-695F-62C6-52C917D0BE56}"/>
              </a:ext>
            </a:extLst>
          </p:cNvPr>
          <p:cNvSpPr txBox="1">
            <a:spLocks/>
          </p:cNvSpPr>
          <p:nvPr/>
        </p:nvSpPr>
        <p:spPr>
          <a:xfrm>
            <a:off x="576000" y="4147200"/>
            <a:ext cx="11047675" cy="25780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Let the agent handle routine tasks autonomously and involve humans only when decisions carry significant impact. This keeps work moving while ensuring control where it matters most.</a:t>
            </a:r>
          </a:p>
        </p:txBody>
      </p:sp>
      <p:sp>
        <p:nvSpPr>
          <p:cNvPr id="22" name="Text Placeholder 36">
            <a:extLst>
              <a:ext uri="{FF2B5EF4-FFF2-40B4-BE49-F238E27FC236}">
                <a16:creationId xmlns:a16="http://schemas.microsoft.com/office/drawing/2014/main" id="{4B87E5C1-AEE9-A077-7426-189B2D8ED47D}"/>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Design directions</a:t>
            </a:r>
          </a:p>
        </p:txBody>
      </p:sp>
      <p:sp>
        <p:nvSpPr>
          <p:cNvPr id="23" name="Title 1">
            <a:extLst>
              <a:ext uri="{FF2B5EF4-FFF2-40B4-BE49-F238E27FC236}">
                <a16:creationId xmlns:a16="http://schemas.microsoft.com/office/drawing/2014/main" id="{9DEC9946-0959-F41B-BEDB-C213BCA2BF76}"/>
              </a:ext>
            </a:extLst>
          </p:cNvPr>
          <p:cNvSpPr>
            <a:spLocks noGrp="1"/>
          </p:cNvSpPr>
          <p:nvPr>
            <p:ph type="title"/>
          </p:nvPr>
        </p:nvSpPr>
        <p:spPr>
          <a:xfrm>
            <a:off x="576072" y="1527048"/>
            <a:ext cx="9987654" cy="1238279"/>
          </a:xfrm>
        </p:spPr>
        <p:txBody>
          <a:bodyPr/>
          <a:lstStyle/>
          <a:p>
            <a:r>
              <a:rPr lang="en-US" sz="6400"/>
              <a:t>Proactive by default, verify at the edges</a:t>
            </a:r>
          </a:p>
        </p:txBody>
      </p:sp>
      <p:sp>
        <p:nvSpPr>
          <p:cNvPr id="24" name="Text Placeholder 13">
            <a:extLst>
              <a:ext uri="{FF2B5EF4-FFF2-40B4-BE49-F238E27FC236}">
                <a16:creationId xmlns:a16="http://schemas.microsoft.com/office/drawing/2014/main" id="{940EECC3-ACF3-3B37-0242-CC542F2E6D73}"/>
              </a:ext>
            </a:extLst>
          </p:cNvPr>
          <p:cNvSpPr txBox="1">
            <a:spLocks/>
          </p:cNvSpPr>
          <p:nvPr/>
        </p:nvSpPr>
        <p:spPr>
          <a:xfrm>
            <a:off x="576000" y="7243644"/>
            <a:ext cx="10757747" cy="4487862"/>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Instead of presenting a configuration form, the agent prepares the change, summarizes its impact, and asks for a single approval — "reroute via R2, approve?"</a:t>
            </a:r>
          </a:p>
        </p:txBody>
      </p:sp>
    </p:spTree>
    <p:extLst>
      <p:ext uri="{BB962C8B-B14F-4D97-AF65-F5344CB8AC3E}">
        <p14:creationId xmlns:p14="http://schemas.microsoft.com/office/powerpoint/2010/main" val="81692179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DEE12B-0AEB-50D7-9DB9-1834F86D0E91}"/>
            </a:ext>
          </a:extLst>
        </p:cNvPr>
        <p:cNvGrpSpPr/>
        <p:nvPr/>
      </p:nvGrpSpPr>
      <p:grpSpPr>
        <a:xfrm>
          <a:off x="0" y="0"/>
          <a:ext cx="0" cy="0"/>
          <a:chOff x="0" y="0"/>
          <a:chExt cx="0" cy="0"/>
        </a:xfrm>
      </p:grpSpPr>
      <p:pic>
        <p:nvPicPr>
          <p:cNvPr id="7" name="Picture Placeholder 16">
            <a:extLst>
              <a:ext uri="{FF2B5EF4-FFF2-40B4-BE49-F238E27FC236}">
                <a16:creationId xmlns:a16="http://schemas.microsoft.com/office/drawing/2014/main" id="{99A28138-6146-B001-1887-D24750151DF4}"/>
              </a:ext>
            </a:extLst>
          </p:cNvPr>
          <p:cNvPicPr>
            <a:picLocks noGrp="1" noChangeAspect="1"/>
          </p:cNvPicPr>
          <p:nvPr>
            <p:ph type="pic" sz="quarter" idx="15"/>
          </p:nvPr>
        </p:nvPicPr>
        <p:blipFill>
          <a:blip r:embed="rId2"/>
          <a:srcRect/>
          <a:stretch/>
        </p:blipFill>
        <p:spPr>
          <a:xfrm>
            <a:off x="12763500" y="576072"/>
            <a:ext cx="11041063" cy="12574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5" name="Text Placeholder 13">
            <a:extLst>
              <a:ext uri="{FF2B5EF4-FFF2-40B4-BE49-F238E27FC236}">
                <a16:creationId xmlns:a16="http://schemas.microsoft.com/office/drawing/2014/main" id="{6C9930E3-C9C0-8808-3CD9-07666147E6B0}"/>
              </a:ext>
            </a:extLst>
          </p:cNvPr>
          <p:cNvSpPr txBox="1">
            <a:spLocks/>
          </p:cNvSpPr>
          <p:nvPr/>
        </p:nvSpPr>
        <p:spPr>
          <a:xfrm>
            <a:off x="576000" y="4147200"/>
            <a:ext cx="11041063" cy="2578000"/>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You don’t notice them when everything is healthy, but subtle signals provide confidence that the system is functioning as expected and alert you when intervention is needed.</a:t>
            </a:r>
          </a:p>
        </p:txBody>
      </p:sp>
      <p:sp>
        <p:nvSpPr>
          <p:cNvPr id="16" name="Text Placeholder 36">
            <a:extLst>
              <a:ext uri="{FF2B5EF4-FFF2-40B4-BE49-F238E27FC236}">
                <a16:creationId xmlns:a16="http://schemas.microsoft.com/office/drawing/2014/main" id="{60C75A2C-3754-75B9-594B-8E18D847A348}"/>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Design directions</a:t>
            </a:r>
          </a:p>
        </p:txBody>
      </p:sp>
      <p:sp>
        <p:nvSpPr>
          <p:cNvPr id="17" name="Title 1">
            <a:extLst>
              <a:ext uri="{FF2B5EF4-FFF2-40B4-BE49-F238E27FC236}">
                <a16:creationId xmlns:a16="http://schemas.microsoft.com/office/drawing/2014/main" id="{CE7A84BC-6B57-F443-A618-4D685D4E3744}"/>
              </a:ext>
            </a:extLst>
          </p:cNvPr>
          <p:cNvSpPr>
            <a:spLocks noGrp="1"/>
          </p:cNvSpPr>
          <p:nvPr>
            <p:ph type="title"/>
          </p:nvPr>
        </p:nvSpPr>
        <p:spPr>
          <a:xfrm>
            <a:off x="576072" y="1527048"/>
            <a:ext cx="12600000" cy="987552"/>
          </a:xfrm>
        </p:spPr>
        <p:txBody>
          <a:bodyPr/>
          <a:lstStyle/>
          <a:p>
            <a:r>
              <a:rPr lang="en-IN" sz="6400"/>
              <a:t>Make “presence” the new aesthetic</a:t>
            </a:r>
          </a:p>
        </p:txBody>
      </p:sp>
      <p:sp>
        <p:nvSpPr>
          <p:cNvPr id="18" name="Text Placeholder 13">
            <a:extLst>
              <a:ext uri="{FF2B5EF4-FFF2-40B4-BE49-F238E27FC236}">
                <a16:creationId xmlns:a16="http://schemas.microsoft.com/office/drawing/2014/main" id="{D691D49D-101A-7230-087B-1381ABA951E9}"/>
              </a:ext>
            </a:extLst>
          </p:cNvPr>
          <p:cNvSpPr txBox="1">
            <a:spLocks/>
          </p:cNvSpPr>
          <p:nvPr/>
        </p:nvSpPr>
        <p:spPr>
          <a:xfrm>
            <a:off x="576000" y="7353625"/>
            <a:ext cx="11041063" cy="2970875"/>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Subtle ambient cues such as a quiet status pulse, or a single changing line of text such as "</a:t>
            </a:r>
            <a:r>
              <a:rPr kumimoji="0" lang="en-IN" sz="3600" b="0" i="1" u="none" strike="noStrike" kern="1200" cap="none" spc="0" normalizeH="0" baseline="0" noProof="0" err="1">
                <a:ln>
                  <a:noFill/>
                </a:ln>
                <a:solidFill>
                  <a:srgbClr val="000000"/>
                </a:solidFill>
                <a:effectLst/>
                <a:uLnTx/>
                <a:uFillTx/>
                <a:latin typeface="IBM Plex Sans Light" panose="020B0403050203000203" pitchFamily="34" charset="0"/>
                <a:ea typeface="+mj-ea"/>
                <a:cs typeface="+mj-cs"/>
                <a:sym typeface="IBM Plex Sans Light"/>
              </a:rPr>
              <a:t>analyzing</a:t>
            </a: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 options…"  that signal the agent is actively working without cluttering the screen.</a:t>
            </a:r>
          </a:p>
        </p:txBody>
      </p:sp>
    </p:spTree>
    <p:extLst>
      <p:ext uri="{BB962C8B-B14F-4D97-AF65-F5344CB8AC3E}">
        <p14:creationId xmlns:p14="http://schemas.microsoft.com/office/powerpoint/2010/main" val="41225246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2972E0-C7DD-2435-D5A9-BAA4EDD2F782}"/>
            </a:ext>
          </a:extLst>
        </p:cNvPr>
        <p:cNvGrpSpPr/>
        <p:nvPr/>
      </p:nvGrpSpPr>
      <p:grpSpPr>
        <a:xfrm>
          <a:off x="0" y="0"/>
          <a:ext cx="0" cy="0"/>
          <a:chOff x="0" y="0"/>
          <a:chExt cx="0" cy="0"/>
        </a:xfrm>
      </p:grpSpPr>
      <p:pic>
        <p:nvPicPr>
          <p:cNvPr id="7" name="Picture Placeholder 16">
            <a:extLst>
              <a:ext uri="{FF2B5EF4-FFF2-40B4-BE49-F238E27FC236}">
                <a16:creationId xmlns:a16="http://schemas.microsoft.com/office/drawing/2014/main" id="{8526C70F-35F0-E4A6-3C1A-71C5C2A36DBB}"/>
              </a:ext>
            </a:extLst>
          </p:cNvPr>
          <p:cNvPicPr>
            <a:picLocks noGrp="1" noChangeAspect="1"/>
          </p:cNvPicPr>
          <p:nvPr>
            <p:ph type="pic" sz="quarter" idx="15"/>
          </p:nvPr>
        </p:nvPicPr>
        <p:blipFill>
          <a:blip r:embed="rId2"/>
          <a:srcRect/>
          <a:stretch/>
        </p:blipFill>
        <p:spPr>
          <a:xfrm>
            <a:off x="12763500" y="576072"/>
            <a:ext cx="11041063" cy="12574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 name="Text Placeholder 13">
            <a:extLst>
              <a:ext uri="{FF2B5EF4-FFF2-40B4-BE49-F238E27FC236}">
                <a16:creationId xmlns:a16="http://schemas.microsoft.com/office/drawing/2014/main" id="{DBD54F4A-AFAE-D92F-D450-4193FB5501F1}"/>
              </a:ext>
            </a:extLst>
          </p:cNvPr>
          <p:cNvSpPr txBox="1">
            <a:spLocks/>
          </p:cNvSpPr>
          <p:nvPr/>
        </p:nvSpPr>
        <p:spPr>
          <a:xfrm>
            <a:off x="576000" y="3269383"/>
            <a:ext cx="12600000" cy="2044288"/>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0" u="none" strike="noStrike" kern="1200" cap="none" spc="0" normalizeH="0" baseline="0" noProof="0">
                <a:ln>
                  <a:noFill/>
                </a:ln>
                <a:solidFill>
                  <a:srgbClr val="000000"/>
                </a:solidFill>
                <a:effectLst/>
                <a:uLnTx/>
                <a:uFillTx/>
                <a:latin typeface="IBM Plex Sans Light"/>
                <a:ea typeface="+mj-ea"/>
                <a:cs typeface="+mj-cs"/>
                <a:sym typeface="IBM Plex Sans Light"/>
              </a:rPr>
              <a:t>Traditional metrics show what users do. AI-era metrics should reveal how much users trust the system, feel in control, and are willing to rely on it.</a:t>
            </a:r>
          </a:p>
        </p:txBody>
      </p:sp>
      <p:sp>
        <p:nvSpPr>
          <p:cNvPr id="3" name="Text Placeholder 36">
            <a:extLst>
              <a:ext uri="{FF2B5EF4-FFF2-40B4-BE49-F238E27FC236}">
                <a16:creationId xmlns:a16="http://schemas.microsoft.com/office/drawing/2014/main" id="{073B745B-5D06-A92E-ECFA-5D8C775ADB65}"/>
              </a:ext>
            </a:extLst>
          </p:cNvPr>
          <p:cNvSpPr txBox="1">
            <a:spLocks/>
          </p:cNvSpPr>
          <p:nvPr/>
        </p:nvSpPr>
        <p:spPr>
          <a:xfrm>
            <a:off x="576000" y="576072"/>
            <a:ext cx="4961128" cy="462153"/>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2800" b="0" i="0" u="none" strike="noStrike" kern="0" cap="none" spc="0" normalizeH="0" baseline="0" noProof="0">
                <a:ln>
                  <a:noFill/>
                </a:ln>
                <a:solidFill>
                  <a:srgbClr val="000000"/>
                </a:solidFill>
                <a:effectLst/>
                <a:uLnTx/>
                <a:uFillTx/>
                <a:latin typeface="IBM Plex Sans Light"/>
                <a:ea typeface="+mj-ea"/>
                <a:cs typeface="+mj-cs"/>
                <a:sym typeface="IBM Plex Sans Light"/>
              </a:rPr>
              <a:t>Design directions</a:t>
            </a:r>
          </a:p>
        </p:txBody>
      </p:sp>
      <p:sp>
        <p:nvSpPr>
          <p:cNvPr id="4" name="Title 1">
            <a:extLst>
              <a:ext uri="{FF2B5EF4-FFF2-40B4-BE49-F238E27FC236}">
                <a16:creationId xmlns:a16="http://schemas.microsoft.com/office/drawing/2014/main" id="{A3D6669D-0CA2-0E4C-72BF-6BEF55B209F1}"/>
              </a:ext>
            </a:extLst>
          </p:cNvPr>
          <p:cNvSpPr>
            <a:spLocks noGrp="1"/>
          </p:cNvSpPr>
          <p:nvPr>
            <p:ph type="title"/>
          </p:nvPr>
        </p:nvSpPr>
        <p:spPr>
          <a:xfrm>
            <a:off x="576072" y="1527048"/>
            <a:ext cx="12600000" cy="2044288"/>
          </a:xfrm>
        </p:spPr>
        <p:txBody>
          <a:bodyPr/>
          <a:lstStyle/>
          <a:p>
            <a:r>
              <a:rPr lang="en-IN" sz="6400"/>
              <a:t>Test for trust, not just usability</a:t>
            </a:r>
          </a:p>
        </p:txBody>
      </p:sp>
      <p:sp>
        <p:nvSpPr>
          <p:cNvPr id="5" name="Text Placeholder 13">
            <a:extLst>
              <a:ext uri="{FF2B5EF4-FFF2-40B4-BE49-F238E27FC236}">
                <a16:creationId xmlns:a16="http://schemas.microsoft.com/office/drawing/2014/main" id="{9CAED671-EB5C-65BB-B02C-08C900C2A484}"/>
              </a:ext>
            </a:extLst>
          </p:cNvPr>
          <p:cNvSpPr txBox="1">
            <a:spLocks/>
          </p:cNvSpPr>
          <p:nvPr/>
        </p:nvSpPr>
        <p:spPr>
          <a:xfrm>
            <a:off x="576000" y="5995881"/>
            <a:ext cx="12600000" cy="2970875"/>
          </a:xfrm>
          <a:prstGeom prst="rect">
            <a:avLst/>
          </a:prstGeom>
        </p:spPr>
        <p:txBody>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rPr>
              <a:t>Eg: How often do users choose to increase the agent's autonomy level, Do users understand why the agent made certain decisions?</a:t>
            </a: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endParaRPr>
          </a:p>
          <a:p>
            <a:pPr marL="0" marR="0" lvl="0" indent="0" algn="l" defTabSz="2438400" rtl="0" eaLnBrk="1" fontAlgn="auto" latinLnBrk="0" hangingPunct="1">
              <a:lnSpc>
                <a:spcPct val="110000"/>
              </a:lnSpc>
              <a:spcBef>
                <a:spcPts val="0"/>
              </a:spcBef>
              <a:spcAft>
                <a:spcPts val="0"/>
              </a:spcAft>
              <a:buClrTx/>
              <a:buSzTx/>
              <a:buFontTx/>
              <a:buNone/>
              <a:tabLst/>
              <a:defRPr/>
            </a:pPr>
            <a:endParaRPr kumimoji="0" lang="en-IN" sz="3600" b="0" i="1" u="none" strike="noStrike" kern="1200" cap="none" spc="0" normalizeH="0" baseline="0" noProof="0">
              <a:ln>
                <a:noFill/>
              </a:ln>
              <a:solidFill>
                <a:srgbClr val="000000"/>
              </a:solidFill>
              <a:effectLst/>
              <a:uLnTx/>
              <a:uFillTx/>
              <a:latin typeface="IBM Plex Sans Light" panose="020B0403050203000203" pitchFamily="34" charset="0"/>
              <a:ea typeface="+mj-ea"/>
              <a:cs typeface="+mj-cs"/>
              <a:sym typeface="IBM Plex Sans Light"/>
            </a:endParaRPr>
          </a:p>
        </p:txBody>
      </p:sp>
    </p:spTree>
    <p:extLst>
      <p:ext uri="{BB962C8B-B14F-4D97-AF65-F5344CB8AC3E}">
        <p14:creationId xmlns:p14="http://schemas.microsoft.com/office/powerpoint/2010/main" val="284770440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6EF0D55-217D-9F27-3F4F-31C295E9CC7A}"/>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11FE96F8-A3DB-8875-9E0D-14D021FBC60E}"/>
              </a:ext>
            </a:extLst>
          </p:cNvPr>
          <p:cNvSpPr/>
          <p:nvPr/>
        </p:nvSpPr>
        <p:spPr bwMode="auto">
          <a:xfrm>
            <a:off x="133350" y="10557165"/>
            <a:ext cx="24253826" cy="3158836"/>
          </a:xfrm>
          <a:prstGeom prst="rect">
            <a:avLst/>
          </a:prstGeom>
          <a:solidFill>
            <a:srgbClr val="FFFF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FFFFFF"/>
              </a:solidFill>
              <a:effectLst/>
              <a:uLnTx/>
              <a:uFillTx/>
              <a:latin typeface="IBM Plex Sans Light"/>
              <a:ea typeface="+mn-ea"/>
              <a:cs typeface="+mn-cs"/>
            </a:endParaRPr>
          </a:p>
        </p:txBody>
      </p:sp>
      <p:sp>
        <p:nvSpPr>
          <p:cNvPr id="4" name="TextBox 3">
            <a:extLst>
              <a:ext uri="{FF2B5EF4-FFF2-40B4-BE49-F238E27FC236}">
                <a16:creationId xmlns:a16="http://schemas.microsoft.com/office/drawing/2014/main" id="{4BA44BA4-FA31-D4BB-7EF0-6F61100B95D2}"/>
              </a:ext>
            </a:extLst>
          </p:cNvPr>
          <p:cNvSpPr txBox="1"/>
          <p:nvPr/>
        </p:nvSpPr>
        <p:spPr>
          <a:xfrm>
            <a:off x="3208421" y="3545305"/>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 name="TextBox 1">
            <a:extLst>
              <a:ext uri="{FF2B5EF4-FFF2-40B4-BE49-F238E27FC236}">
                <a16:creationId xmlns:a16="http://schemas.microsoft.com/office/drawing/2014/main" id="{67D24492-57D3-54EF-FF77-4A4BE46EA313}"/>
              </a:ext>
            </a:extLst>
          </p:cNvPr>
          <p:cNvSpPr txBox="1"/>
          <p:nvPr/>
        </p:nvSpPr>
        <p:spPr>
          <a:xfrm>
            <a:off x="22966326" y="14609135"/>
            <a:ext cx="0" cy="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a:ln>
                <a:noFill/>
              </a:ln>
              <a:solidFill>
                <a:srgbClr val="000000"/>
              </a:solidFill>
              <a:effectLst/>
              <a:uLnTx/>
              <a:uFillTx/>
              <a:latin typeface="IBM Plex Sans Light"/>
              <a:ea typeface="+mn-ea"/>
              <a:cs typeface="+mn-cs"/>
              <a:sym typeface="IBM Plex Sans Light"/>
            </a:endParaRPr>
          </a:p>
        </p:txBody>
      </p:sp>
      <p:sp>
        <p:nvSpPr>
          <p:cNvPr id="22" name="Title 2">
            <a:extLst>
              <a:ext uri="{FF2B5EF4-FFF2-40B4-BE49-F238E27FC236}">
                <a16:creationId xmlns:a16="http://schemas.microsoft.com/office/drawing/2014/main" id="{7EA135DD-5519-5749-861C-6605A1630AB9}"/>
              </a:ext>
            </a:extLst>
          </p:cNvPr>
          <p:cNvSpPr>
            <a:spLocks noGrp="1"/>
          </p:cNvSpPr>
          <p:nvPr>
            <p:ph type="title"/>
          </p:nvPr>
        </p:nvSpPr>
        <p:spPr>
          <a:xfrm>
            <a:off x="1106392" y="5933488"/>
            <a:ext cx="4222353" cy="1055394"/>
          </a:xfrm>
        </p:spPr>
        <p:txBody>
          <a:bodyPr/>
          <a:lstStyle/>
          <a:p>
            <a:r>
              <a:rPr lang="en-US" sz="7200" b="1"/>
              <a:t>Concept</a:t>
            </a:r>
          </a:p>
        </p:txBody>
      </p:sp>
      <p:sp>
        <p:nvSpPr>
          <p:cNvPr id="6" name="Oval 5">
            <a:extLst>
              <a:ext uri="{FF2B5EF4-FFF2-40B4-BE49-F238E27FC236}">
                <a16:creationId xmlns:a16="http://schemas.microsoft.com/office/drawing/2014/main" id="{C99A16A0-B54E-9FFE-14F4-E41B465C9CE7}"/>
              </a:ext>
            </a:extLst>
          </p:cNvPr>
          <p:cNvSpPr/>
          <p:nvPr/>
        </p:nvSpPr>
        <p:spPr bwMode="auto">
          <a:xfrm>
            <a:off x="4831970" y="6461185"/>
            <a:ext cx="335823" cy="335823"/>
          </a:xfrm>
          <a:prstGeom prst="ellipse">
            <a:avLst/>
          </a:prstGeom>
          <a:solidFill>
            <a:schemeClr val="accent3">
              <a:lumMod val="60000"/>
              <a:lumOff val="40000"/>
            </a:schemeClr>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a:ln>
                <a:noFill/>
              </a:ln>
              <a:solidFill>
                <a:srgbClr val="000000"/>
              </a:solidFill>
              <a:effectLst/>
              <a:uLnTx/>
              <a:uFillTx/>
              <a:latin typeface="IBM Plex Sans Light"/>
              <a:ea typeface="+mn-ea"/>
              <a:cs typeface="+mn-cs"/>
            </a:endParaRPr>
          </a:p>
        </p:txBody>
      </p:sp>
    </p:spTree>
    <p:extLst>
      <p:ext uri="{BB962C8B-B14F-4D97-AF65-F5344CB8AC3E}">
        <p14:creationId xmlns:p14="http://schemas.microsoft.com/office/powerpoint/2010/main" val="22795222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1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0</TotalTime>
  <Words>1389</Words>
  <Application>Microsoft Macintosh PowerPoint</Application>
  <PresentationFormat>Custom</PresentationFormat>
  <Paragraphs>166</Paragraphs>
  <Slides>25</Slides>
  <Notes>1</Notes>
  <HiddenSlides>5</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IBM Plex Sans</vt:lpstr>
      <vt:lpstr>IBM Plex Sans SmBld</vt:lpstr>
      <vt:lpstr>IBM Plex Sans ExtLt</vt:lpstr>
      <vt:lpstr>IBM Plex Sans Light</vt:lpstr>
      <vt:lpstr>IBM Plex Sans Medm</vt:lpstr>
      <vt:lpstr>Arial</vt:lpstr>
      <vt:lpstr>1_IBM presentation template</vt:lpstr>
      <vt:lpstr>IBM presentation template</vt:lpstr>
      <vt:lpstr>Designing for  Invisible UI</vt:lpstr>
      <vt:lpstr>Design Team</vt:lpstr>
      <vt:lpstr>Products explored</vt:lpstr>
      <vt:lpstr>PowerPoint Presentation</vt:lpstr>
      <vt:lpstr>Immune system</vt:lpstr>
      <vt:lpstr>Headless AI agents</vt:lpstr>
      <vt:lpstr>Key characteristics</vt:lpstr>
      <vt:lpstr>Event Driven</vt:lpstr>
      <vt:lpstr>Autonomous</vt:lpstr>
      <vt:lpstr>Action Oriented  </vt:lpstr>
      <vt:lpstr>Context Building</vt:lpstr>
      <vt:lpstr>PowerPoint Presentation</vt:lpstr>
      <vt:lpstr>Rethinking the fundamentals of UX</vt:lpstr>
      <vt:lpstr>The four pillars of  headless AI agent design</vt:lpstr>
      <vt:lpstr>1. Scope &amp; Policy</vt:lpstr>
      <vt:lpstr>PowerPoint Presentation</vt:lpstr>
      <vt:lpstr>PowerPoint Presentation</vt:lpstr>
      <vt:lpstr>PowerPoint Presentation</vt:lpstr>
      <vt:lpstr>Design directions</vt:lpstr>
      <vt:lpstr>Design logic, not layout</vt:lpstr>
      <vt:lpstr>Build interfaces that flex and deform</vt:lpstr>
      <vt:lpstr>Proactive by default, verify at the edges</vt:lpstr>
      <vt:lpstr>Make “presence” the new aesthetic</vt:lpstr>
      <vt:lpstr>Test for trust, not just usability</vt:lpstr>
      <vt:lpstr>Concept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Diana Stanciulescu</dc:creator>
  <cp:keywords/>
  <dc:description/>
  <cp:lastModifiedBy>Jayakrishna Kaimal</cp:lastModifiedBy>
  <cp:revision>1</cp:revision>
  <cp:lastPrinted>2019-04-25T15:14:05Z</cp:lastPrinted>
  <dcterms:created xsi:type="dcterms:W3CDTF">2024-10-31T11:02:10Z</dcterms:created>
  <dcterms:modified xsi:type="dcterms:W3CDTF">2026-07-14T03:39:26Z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70bcdf-e424-40e3-9ceb-40cf94994388_Enabled">
    <vt:lpwstr>true</vt:lpwstr>
  </property>
  <property fmtid="{D5CDD505-2E9C-101B-9397-08002B2CF9AE}" pid="3" name="MSIP_Label_4470bcdf-e424-40e3-9ceb-40cf94994388_SetDate">
    <vt:lpwstr>2026-07-06T09:23:19Z</vt:lpwstr>
  </property>
  <property fmtid="{D5CDD505-2E9C-101B-9397-08002B2CF9AE}" pid="4" name="MSIP_Label_4470bcdf-e424-40e3-9ceb-40cf94994388_Method">
    <vt:lpwstr>Privileged</vt:lpwstr>
  </property>
  <property fmtid="{D5CDD505-2E9C-101B-9397-08002B2CF9AE}" pid="5" name="MSIP_Label_4470bcdf-e424-40e3-9ceb-40cf94994388_Name">
    <vt:lpwstr>IBM Confidential</vt:lpwstr>
  </property>
  <property fmtid="{D5CDD505-2E9C-101B-9397-08002B2CF9AE}" pid="6" name="MSIP_Label_4470bcdf-e424-40e3-9ceb-40cf94994388_SiteId">
    <vt:lpwstr>fcf67057-50c9-4ad4-98f3-ffca64add9e9</vt:lpwstr>
  </property>
  <property fmtid="{D5CDD505-2E9C-101B-9397-08002B2CF9AE}" pid="7" name="MSIP_Label_4470bcdf-e424-40e3-9ceb-40cf94994388_ActionId">
    <vt:lpwstr>3679bda3-73b2-4dbe-9fad-450a3a4a69d2</vt:lpwstr>
  </property>
  <property fmtid="{D5CDD505-2E9C-101B-9397-08002B2CF9AE}" pid="8" name="MSIP_Label_4470bcdf-e424-40e3-9ceb-40cf94994388_ContentBits">
    <vt:lpwstr>0</vt:lpwstr>
  </property>
  <property fmtid="{D5CDD505-2E9C-101B-9397-08002B2CF9AE}" pid="9" name="MSIP_Label_4470bcdf-e424-40e3-9ceb-40cf94994388_Tag">
    <vt:lpwstr>50, 0, 1, 1</vt:lpwstr>
  </property>
</Properties>
</file>